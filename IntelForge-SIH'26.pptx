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06013" y="126134"/>
            <a:ext cx="987742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61488" y="404349"/>
            <a:ext cx="987742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7148" y="2299299"/>
            <a:ext cx="16758285" cy="6470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4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6554" y="1698007"/>
            <a:ext cx="17329150" cy="7731125"/>
            <a:chOff x="446554" y="1698007"/>
            <a:chExt cx="17329150" cy="7731125"/>
          </a:xfrm>
        </p:grpSpPr>
        <p:sp>
          <p:nvSpPr>
            <p:cNvPr id="3" name="object 3"/>
            <p:cNvSpPr/>
            <p:nvPr/>
          </p:nvSpPr>
          <p:spPr>
            <a:xfrm>
              <a:off x="9196287" y="1698007"/>
              <a:ext cx="6954520" cy="7731125"/>
            </a:xfrm>
            <a:custGeom>
              <a:avLst/>
              <a:gdLst/>
              <a:ahLst/>
              <a:cxnLst/>
              <a:rect l="l" t="t" r="r" b="b"/>
              <a:pathLst>
                <a:path w="6954519" h="7731125">
                  <a:moveTo>
                    <a:pt x="5274107" y="7731045"/>
                  </a:moveTo>
                  <a:lnTo>
                    <a:pt x="2799163" y="7731045"/>
                  </a:lnTo>
                  <a:lnTo>
                    <a:pt x="2755839" y="7728258"/>
                  </a:lnTo>
                  <a:lnTo>
                    <a:pt x="2713528" y="7720025"/>
                  </a:lnTo>
                  <a:lnTo>
                    <a:pt x="2672452" y="7706539"/>
                  </a:lnTo>
                  <a:lnTo>
                    <a:pt x="2632827" y="7687994"/>
                  </a:lnTo>
                  <a:lnTo>
                    <a:pt x="2594870" y="7664581"/>
                  </a:lnTo>
                  <a:lnTo>
                    <a:pt x="2558798" y="7636493"/>
                  </a:lnTo>
                  <a:lnTo>
                    <a:pt x="2524828" y="7603923"/>
                  </a:lnTo>
                  <a:lnTo>
                    <a:pt x="2493174" y="7567065"/>
                  </a:lnTo>
                  <a:lnTo>
                    <a:pt x="2464055" y="7526110"/>
                  </a:lnTo>
                  <a:lnTo>
                    <a:pt x="2437684" y="7481251"/>
                  </a:lnTo>
                  <a:lnTo>
                    <a:pt x="2414279" y="7432682"/>
                  </a:lnTo>
                  <a:lnTo>
                    <a:pt x="1179473" y="4584192"/>
                  </a:lnTo>
                  <a:lnTo>
                    <a:pt x="1161103" y="4538812"/>
                  </a:lnTo>
                  <a:lnTo>
                    <a:pt x="1146074" y="4491706"/>
                  </a:lnTo>
                  <a:lnTo>
                    <a:pt x="1134385" y="4443220"/>
                  </a:lnTo>
                  <a:lnTo>
                    <a:pt x="1126035" y="4393699"/>
                  </a:lnTo>
                  <a:lnTo>
                    <a:pt x="1121025" y="4343489"/>
                  </a:lnTo>
                  <a:lnTo>
                    <a:pt x="1119355" y="4292936"/>
                  </a:lnTo>
                  <a:lnTo>
                    <a:pt x="1121025" y="4242385"/>
                  </a:lnTo>
                  <a:lnTo>
                    <a:pt x="1126035" y="4192181"/>
                  </a:lnTo>
                  <a:lnTo>
                    <a:pt x="1134385" y="4142670"/>
                  </a:lnTo>
                  <a:lnTo>
                    <a:pt x="1146074" y="4094198"/>
                  </a:lnTo>
                  <a:lnTo>
                    <a:pt x="1161103" y="4047110"/>
                  </a:lnTo>
                  <a:lnTo>
                    <a:pt x="1179473" y="4001752"/>
                  </a:lnTo>
                  <a:lnTo>
                    <a:pt x="1676594" y="2854966"/>
                  </a:lnTo>
                  <a:lnTo>
                    <a:pt x="1675261" y="2854204"/>
                  </a:lnTo>
                  <a:lnTo>
                    <a:pt x="1637075" y="2814778"/>
                  </a:lnTo>
                  <a:lnTo>
                    <a:pt x="1607100" y="2762495"/>
                  </a:lnTo>
                  <a:lnTo>
                    <a:pt x="1088559" y="1566284"/>
                  </a:lnTo>
                  <a:lnTo>
                    <a:pt x="1072383" y="1519365"/>
                  </a:lnTo>
                  <a:lnTo>
                    <a:pt x="1064295" y="1469429"/>
                  </a:lnTo>
                  <a:lnTo>
                    <a:pt x="1064295" y="1418487"/>
                  </a:lnTo>
                  <a:lnTo>
                    <a:pt x="1072383" y="1368551"/>
                  </a:lnTo>
                  <a:lnTo>
                    <a:pt x="1088559" y="1321632"/>
                  </a:lnTo>
                  <a:lnTo>
                    <a:pt x="1607152" y="125325"/>
                  </a:lnTo>
                  <a:lnTo>
                    <a:pt x="1630474" y="82536"/>
                  </a:lnTo>
                  <a:lnTo>
                    <a:pt x="1659295" y="47702"/>
                  </a:lnTo>
                  <a:lnTo>
                    <a:pt x="1692613" y="21767"/>
                  </a:lnTo>
                  <a:lnTo>
                    <a:pt x="1729476" y="5583"/>
                  </a:lnTo>
                  <a:lnTo>
                    <a:pt x="1768935" y="0"/>
                  </a:lnTo>
                  <a:lnTo>
                    <a:pt x="2808301" y="0"/>
                  </a:lnTo>
                  <a:lnTo>
                    <a:pt x="2856254" y="8667"/>
                  </a:lnTo>
                  <a:lnTo>
                    <a:pt x="2900619" y="33557"/>
                  </a:lnTo>
                  <a:lnTo>
                    <a:pt x="2938665" y="72999"/>
                  </a:lnTo>
                  <a:lnTo>
                    <a:pt x="2967662" y="125325"/>
                  </a:lnTo>
                  <a:lnTo>
                    <a:pt x="2984450" y="163894"/>
                  </a:lnTo>
                  <a:lnTo>
                    <a:pt x="1827768" y="163894"/>
                  </a:lnTo>
                  <a:lnTo>
                    <a:pt x="1784390" y="171575"/>
                  </a:lnTo>
                  <a:lnTo>
                    <a:pt x="1744922" y="193630"/>
                  </a:lnTo>
                  <a:lnTo>
                    <a:pt x="1711059" y="228578"/>
                  </a:lnTo>
                  <a:lnTo>
                    <a:pt x="1684495" y="274935"/>
                  </a:lnTo>
                  <a:lnTo>
                    <a:pt x="1224787" y="1335441"/>
                  </a:lnTo>
                  <a:lnTo>
                    <a:pt x="1210439" y="1377027"/>
                  </a:lnTo>
                  <a:lnTo>
                    <a:pt x="1203265" y="1421287"/>
                  </a:lnTo>
                  <a:lnTo>
                    <a:pt x="1203265" y="1466438"/>
                  </a:lnTo>
                  <a:lnTo>
                    <a:pt x="1210439" y="1510698"/>
                  </a:lnTo>
                  <a:lnTo>
                    <a:pt x="1224754" y="1552189"/>
                  </a:lnTo>
                  <a:lnTo>
                    <a:pt x="1684496" y="2612790"/>
                  </a:lnTo>
                  <a:lnTo>
                    <a:pt x="1711079" y="2659168"/>
                  </a:lnTo>
                  <a:lnTo>
                    <a:pt x="1744946" y="2694118"/>
                  </a:lnTo>
                  <a:lnTo>
                    <a:pt x="1751895" y="2698023"/>
                  </a:lnTo>
                  <a:lnTo>
                    <a:pt x="1686495" y="2848871"/>
                  </a:lnTo>
                  <a:lnTo>
                    <a:pt x="1727337" y="2868825"/>
                  </a:lnTo>
                  <a:lnTo>
                    <a:pt x="1764366" y="2873726"/>
                  </a:lnTo>
                  <a:lnTo>
                    <a:pt x="6402692" y="2873726"/>
                  </a:lnTo>
                  <a:lnTo>
                    <a:pt x="6893797" y="4001752"/>
                  </a:lnTo>
                  <a:lnTo>
                    <a:pt x="6912157" y="4047110"/>
                  </a:lnTo>
                  <a:lnTo>
                    <a:pt x="6927183" y="4094198"/>
                  </a:lnTo>
                  <a:lnTo>
                    <a:pt x="6938872" y="4142670"/>
                  </a:lnTo>
                  <a:lnTo>
                    <a:pt x="6947224" y="4192181"/>
                  </a:lnTo>
                  <a:lnTo>
                    <a:pt x="6952237" y="4242385"/>
                  </a:lnTo>
                  <a:lnTo>
                    <a:pt x="6953912" y="4292936"/>
                  </a:lnTo>
                  <a:lnTo>
                    <a:pt x="6952247" y="4343489"/>
                  </a:lnTo>
                  <a:lnTo>
                    <a:pt x="6947241" y="4393699"/>
                  </a:lnTo>
                  <a:lnTo>
                    <a:pt x="6938894" y="4443220"/>
                  </a:lnTo>
                  <a:lnTo>
                    <a:pt x="6927205" y="4491706"/>
                  </a:lnTo>
                  <a:lnTo>
                    <a:pt x="6912173" y="4538812"/>
                  </a:lnTo>
                  <a:lnTo>
                    <a:pt x="6893797" y="4584192"/>
                  </a:lnTo>
                  <a:lnTo>
                    <a:pt x="5653659" y="7432682"/>
                  </a:lnTo>
                  <a:lnTo>
                    <a:pt x="5631449" y="7481251"/>
                  </a:lnTo>
                  <a:lnTo>
                    <a:pt x="5605842" y="7526110"/>
                  </a:lnTo>
                  <a:lnTo>
                    <a:pt x="5577150" y="7567065"/>
                  </a:lnTo>
                  <a:lnTo>
                    <a:pt x="5545686" y="7603923"/>
                  </a:lnTo>
                  <a:lnTo>
                    <a:pt x="5511763" y="7636493"/>
                  </a:lnTo>
                  <a:lnTo>
                    <a:pt x="5475694" y="7664581"/>
                  </a:lnTo>
                  <a:lnTo>
                    <a:pt x="5437792" y="7687994"/>
                  </a:lnTo>
                  <a:lnTo>
                    <a:pt x="5398369" y="7706539"/>
                  </a:lnTo>
                  <a:lnTo>
                    <a:pt x="5357739" y="7720025"/>
                  </a:lnTo>
                  <a:lnTo>
                    <a:pt x="5316214" y="7728258"/>
                  </a:lnTo>
                  <a:lnTo>
                    <a:pt x="5274107" y="7731045"/>
                  </a:lnTo>
                  <a:close/>
                </a:path>
                <a:path w="6954519" h="7731125">
                  <a:moveTo>
                    <a:pt x="3278482" y="839471"/>
                  </a:moveTo>
                  <a:lnTo>
                    <a:pt x="3136257" y="839471"/>
                  </a:lnTo>
                  <a:lnTo>
                    <a:pt x="2890457" y="274935"/>
                  </a:lnTo>
                  <a:lnTo>
                    <a:pt x="2864729" y="228578"/>
                  </a:lnTo>
                  <a:lnTo>
                    <a:pt x="2830995" y="193630"/>
                  </a:lnTo>
                  <a:lnTo>
                    <a:pt x="2791674" y="171575"/>
                  </a:lnTo>
                  <a:lnTo>
                    <a:pt x="2749184" y="163894"/>
                  </a:lnTo>
                  <a:lnTo>
                    <a:pt x="2984450" y="163894"/>
                  </a:lnTo>
                  <a:lnTo>
                    <a:pt x="3278482" y="839471"/>
                  </a:lnTo>
                  <a:close/>
                </a:path>
                <a:path w="6954519" h="7731125">
                  <a:moveTo>
                    <a:pt x="2744995" y="2709832"/>
                  </a:moveTo>
                  <a:lnTo>
                    <a:pt x="1823579" y="2709832"/>
                  </a:lnTo>
                  <a:lnTo>
                    <a:pt x="1812445" y="2709336"/>
                  </a:lnTo>
                  <a:lnTo>
                    <a:pt x="1801481" y="2707868"/>
                  </a:lnTo>
                  <a:lnTo>
                    <a:pt x="1790713" y="2705453"/>
                  </a:lnTo>
                  <a:lnTo>
                    <a:pt x="1780169" y="2702118"/>
                  </a:lnTo>
                  <a:lnTo>
                    <a:pt x="1750277" y="2685547"/>
                  </a:lnTo>
                  <a:lnTo>
                    <a:pt x="2414565" y="1153261"/>
                  </a:lnTo>
                  <a:lnTo>
                    <a:pt x="2437993" y="1104671"/>
                  </a:lnTo>
                  <a:lnTo>
                    <a:pt x="2464385" y="1059799"/>
                  </a:lnTo>
                  <a:lnTo>
                    <a:pt x="2493525" y="1018837"/>
                  </a:lnTo>
                  <a:lnTo>
                    <a:pt x="2525193" y="981978"/>
                  </a:lnTo>
                  <a:lnTo>
                    <a:pt x="2559174" y="949412"/>
                  </a:lnTo>
                  <a:lnTo>
                    <a:pt x="2595249" y="921331"/>
                  </a:lnTo>
                  <a:lnTo>
                    <a:pt x="2633203" y="897926"/>
                  </a:lnTo>
                  <a:lnTo>
                    <a:pt x="2672817" y="879389"/>
                  </a:lnTo>
                  <a:lnTo>
                    <a:pt x="2713876" y="865911"/>
                  </a:lnTo>
                  <a:lnTo>
                    <a:pt x="2756167" y="857684"/>
                  </a:lnTo>
                  <a:lnTo>
                    <a:pt x="2799448" y="854899"/>
                  </a:lnTo>
                  <a:lnTo>
                    <a:pt x="3144825" y="854899"/>
                  </a:lnTo>
                  <a:lnTo>
                    <a:pt x="3347976" y="1321441"/>
                  </a:lnTo>
                  <a:lnTo>
                    <a:pt x="3362324" y="1363027"/>
                  </a:lnTo>
                  <a:lnTo>
                    <a:pt x="3369498" y="1407288"/>
                  </a:lnTo>
                  <a:lnTo>
                    <a:pt x="3369498" y="1452439"/>
                  </a:lnTo>
                  <a:lnTo>
                    <a:pt x="3362324" y="1496699"/>
                  </a:lnTo>
                  <a:lnTo>
                    <a:pt x="3347976" y="1538285"/>
                  </a:lnTo>
                  <a:lnTo>
                    <a:pt x="2886268" y="2598791"/>
                  </a:lnTo>
                  <a:lnTo>
                    <a:pt x="2860540" y="2645148"/>
                  </a:lnTo>
                  <a:lnTo>
                    <a:pt x="2826806" y="2680096"/>
                  </a:lnTo>
                  <a:lnTo>
                    <a:pt x="2787543" y="2702118"/>
                  </a:lnTo>
                  <a:lnTo>
                    <a:pt x="2744995" y="2709832"/>
                  </a:lnTo>
                  <a:close/>
                </a:path>
                <a:path w="6954519" h="7731125">
                  <a:moveTo>
                    <a:pt x="6402692" y="2873726"/>
                  </a:moveTo>
                  <a:lnTo>
                    <a:pt x="2803732" y="2873726"/>
                  </a:lnTo>
                  <a:lnTo>
                    <a:pt x="2851685" y="2865059"/>
                  </a:lnTo>
                  <a:lnTo>
                    <a:pt x="2896050" y="2840169"/>
                  </a:lnTo>
                  <a:lnTo>
                    <a:pt x="2934096" y="2800726"/>
                  </a:lnTo>
                  <a:lnTo>
                    <a:pt x="2963093" y="2748401"/>
                  </a:lnTo>
                  <a:lnTo>
                    <a:pt x="3483918" y="1552189"/>
                  </a:lnTo>
                  <a:lnTo>
                    <a:pt x="3500094" y="1505270"/>
                  </a:lnTo>
                  <a:lnTo>
                    <a:pt x="3508182" y="1455334"/>
                  </a:lnTo>
                  <a:lnTo>
                    <a:pt x="3508182" y="1404393"/>
                  </a:lnTo>
                  <a:lnTo>
                    <a:pt x="3500094" y="1354457"/>
                  </a:lnTo>
                  <a:lnTo>
                    <a:pt x="3483918" y="1307538"/>
                  </a:lnTo>
                  <a:lnTo>
                    <a:pt x="3286859" y="854899"/>
                  </a:lnTo>
                  <a:lnTo>
                    <a:pt x="5274105" y="854899"/>
                  </a:lnTo>
                  <a:lnTo>
                    <a:pt x="5316193" y="857684"/>
                  </a:lnTo>
                  <a:lnTo>
                    <a:pt x="5357704" y="865911"/>
                  </a:lnTo>
                  <a:lnTo>
                    <a:pt x="5398328" y="879389"/>
                  </a:lnTo>
                  <a:lnTo>
                    <a:pt x="5437750" y="897926"/>
                  </a:lnTo>
                  <a:lnTo>
                    <a:pt x="5475656" y="921331"/>
                  </a:lnTo>
                  <a:lnTo>
                    <a:pt x="5511731" y="949412"/>
                  </a:lnTo>
                  <a:lnTo>
                    <a:pt x="5545662" y="981978"/>
                  </a:lnTo>
                  <a:lnTo>
                    <a:pt x="5577135" y="1018837"/>
                  </a:lnTo>
                  <a:lnTo>
                    <a:pt x="5605834" y="1059799"/>
                  </a:lnTo>
                  <a:lnTo>
                    <a:pt x="5631447" y="1104671"/>
                  </a:lnTo>
                  <a:lnTo>
                    <a:pt x="5653659" y="1153261"/>
                  </a:lnTo>
                  <a:lnTo>
                    <a:pt x="6402692" y="2873726"/>
                  </a:lnTo>
                  <a:close/>
                </a:path>
                <a:path w="6954519" h="7731125">
                  <a:moveTo>
                    <a:pt x="1010021" y="6358558"/>
                  </a:moveTo>
                  <a:lnTo>
                    <a:pt x="408373" y="6358558"/>
                  </a:lnTo>
                  <a:lnTo>
                    <a:pt x="380006" y="6353527"/>
                  </a:lnTo>
                  <a:lnTo>
                    <a:pt x="332137" y="6316253"/>
                  </a:lnTo>
                  <a:lnTo>
                    <a:pt x="14636" y="5593558"/>
                  </a:lnTo>
                  <a:lnTo>
                    <a:pt x="0" y="5522752"/>
                  </a:lnTo>
                  <a:lnTo>
                    <a:pt x="3659" y="5486207"/>
                  </a:lnTo>
                  <a:lnTo>
                    <a:pt x="314794" y="4759514"/>
                  </a:lnTo>
                  <a:lnTo>
                    <a:pt x="354329" y="4706375"/>
                  </a:lnTo>
                  <a:lnTo>
                    <a:pt x="408373" y="4686947"/>
                  </a:lnTo>
                  <a:lnTo>
                    <a:pt x="1010021" y="4686947"/>
                  </a:lnTo>
                  <a:lnTo>
                    <a:pt x="1063463" y="4706375"/>
                  </a:lnTo>
                  <a:lnTo>
                    <a:pt x="1102267" y="4759514"/>
                  </a:lnTo>
                  <a:lnTo>
                    <a:pt x="1403758" y="5451948"/>
                  </a:lnTo>
                  <a:lnTo>
                    <a:pt x="1418394" y="5522752"/>
                  </a:lnTo>
                  <a:lnTo>
                    <a:pt x="1414735" y="5559298"/>
                  </a:lnTo>
                  <a:lnTo>
                    <a:pt x="1102267" y="6285991"/>
                  </a:lnTo>
                  <a:lnTo>
                    <a:pt x="1063463" y="6339095"/>
                  </a:lnTo>
                  <a:lnTo>
                    <a:pt x="1010021" y="6358558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71329" y="3437479"/>
              <a:ext cx="5171094" cy="552948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6554" y="2264977"/>
              <a:ext cx="17329150" cy="6596380"/>
            </a:xfrm>
            <a:custGeom>
              <a:avLst/>
              <a:gdLst/>
              <a:ahLst/>
              <a:cxnLst/>
              <a:rect l="l" t="t" r="r" b="b"/>
              <a:pathLst>
                <a:path w="17329150" h="6596380">
                  <a:moveTo>
                    <a:pt x="5983396" y="6596379"/>
                  </a:moveTo>
                  <a:lnTo>
                    <a:pt x="184626" y="6596379"/>
                  </a:lnTo>
                  <a:lnTo>
                    <a:pt x="135545" y="6589784"/>
                  </a:lnTo>
                  <a:lnTo>
                    <a:pt x="91441" y="6571172"/>
                  </a:lnTo>
                  <a:lnTo>
                    <a:pt x="54075" y="6542303"/>
                  </a:lnTo>
                  <a:lnTo>
                    <a:pt x="25206" y="6504937"/>
                  </a:lnTo>
                  <a:lnTo>
                    <a:pt x="6595" y="6460834"/>
                  </a:lnTo>
                  <a:lnTo>
                    <a:pt x="0" y="6411753"/>
                  </a:lnTo>
                  <a:lnTo>
                    <a:pt x="0" y="184626"/>
                  </a:lnTo>
                  <a:lnTo>
                    <a:pt x="6595" y="135545"/>
                  </a:lnTo>
                  <a:lnTo>
                    <a:pt x="25206" y="91441"/>
                  </a:lnTo>
                  <a:lnTo>
                    <a:pt x="54075" y="54075"/>
                  </a:lnTo>
                  <a:lnTo>
                    <a:pt x="91441" y="25206"/>
                  </a:lnTo>
                  <a:lnTo>
                    <a:pt x="135545" y="6595"/>
                  </a:lnTo>
                  <a:lnTo>
                    <a:pt x="184626" y="0"/>
                  </a:lnTo>
                  <a:lnTo>
                    <a:pt x="8103452" y="0"/>
                  </a:lnTo>
                  <a:lnTo>
                    <a:pt x="8152533" y="6595"/>
                  </a:lnTo>
                  <a:lnTo>
                    <a:pt x="8196637" y="25206"/>
                  </a:lnTo>
                  <a:lnTo>
                    <a:pt x="8234003" y="54075"/>
                  </a:lnTo>
                  <a:lnTo>
                    <a:pt x="8262872" y="91441"/>
                  </a:lnTo>
                  <a:lnTo>
                    <a:pt x="8281483" y="135545"/>
                  </a:lnTo>
                  <a:lnTo>
                    <a:pt x="8288079" y="184626"/>
                  </a:lnTo>
                  <a:lnTo>
                    <a:pt x="8288079" y="986948"/>
                  </a:lnTo>
                  <a:lnTo>
                    <a:pt x="8294674" y="1036029"/>
                  </a:lnTo>
                  <a:lnTo>
                    <a:pt x="8313285" y="1080133"/>
                  </a:lnTo>
                  <a:lnTo>
                    <a:pt x="8342154" y="1117499"/>
                  </a:lnTo>
                  <a:lnTo>
                    <a:pt x="8379520" y="1146368"/>
                  </a:lnTo>
                  <a:lnTo>
                    <a:pt x="8423624" y="1164979"/>
                  </a:lnTo>
                  <a:lnTo>
                    <a:pt x="8472704" y="1171574"/>
                  </a:lnTo>
                  <a:lnTo>
                    <a:pt x="17144463" y="1171574"/>
                  </a:lnTo>
                  <a:lnTo>
                    <a:pt x="17180650" y="1175155"/>
                  </a:lnTo>
                  <a:lnTo>
                    <a:pt x="17246893" y="1202594"/>
                  </a:lnTo>
                  <a:lnTo>
                    <a:pt x="17298070" y="1253770"/>
                  </a:lnTo>
                  <a:lnTo>
                    <a:pt x="17325509" y="1320014"/>
                  </a:lnTo>
                  <a:lnTo>
                    <a:pt x="17329089" y="1356201"/>
                  </a:lnTo>
                  <a:lnTo>
                    <a:pt x="17329089" y="1725453"/>
                  </a:lnTo>
                  <a:lnTo>
                    <a:pt x="17315035" y="1796106"/>
                  </a:lnTo>
                  <a:lnTo>
                    <a:pt x="17275013" y="1856003"/>
                  </a:lnTo>
                  <a:lnTo>
                    <a:pt x="17215116" y="1896025"/>
                  </a:lnTo>
                  <a:lnTo>
                    <a:pt x="17144463" y="1910079"/>
                  </a:lnTo>
                  <a:lnTo>
                    <a:pt x="9287836" y="1910079"/>
                  </a:lnTo>
                  <a:lnTo>
                    <a:pt x="9238755" y="1916674"/>
                  </a:lnTo>
                  <a:lnTo>
                    <a:pt x="9194652" y="1935286"/>
                  </a:lnTo>
                  <a:lnTo>
                    <a:pt x="9157286" y="1964155"/>
                  </a:lnTo>
                  <a:lnTo>
                    <a:pt x="9128417" y="2001521"/>
                  </a:lnTo>
                  <a:lnTo>
                    <a:pt x="9109805" y="2045624"/>
                  </a:lnTo>
                  <a:lnTo>
                    <a:pt x="9103210" y="2094705"/>
                  </a:lnTo>
                  <a:lnTo>
                    <a:pt x="9103210" y="2897028"/>
                  </a:lnTo>
                  <a:lnTo>
                    <a:pt x="9096615" y="2946109"/>
                  </a:lnTo>
                  <a:lnTo>
                    <a:pt x="9078003" y="2990212"/>
                  </a:lnTo>
                  <a:lnTo>
                    <a:pt x="9049134" y="3027578"/>
                  </a:lnTo>
                  <a:lnTo>
                    <a:pt x="9011768" y="3056447"/>
                  </a:lnTo>
                  <a:lnTo>
                    <a:pt x="8967665" y="3075059"/>
                  </a:lnTo>
                  <a:lnTo>
                    <a:pt x="8918584" y="3081654"/>
                  </a:lnTo>
                  <a:lnTo>
                    <a:pt x="6189830" y="3081654"/>
                  </a:lnTo>
                  <a:lnTo>
                    <a:pt x="6140749" y="3088249"/>
                  </a:lnTo>
                  <a:lnTo>
                    <a:pt x="6096646" y="3106861"/>
                  </a:lnTo>
                  <a:lnTo>
                    <a:pt x="6059280" y="3135730"/>
                  </a:lnTo>
                  <a:lnTo>
                    <a:pt x="6030411" y="3173096"/>
                  </a:lnTo>
                  <a:lnTo>
                    <a:pt x="6011799" y="3217199"/>
                  </a:lnTo>
                  <a:lnTo>
                    <a:pt x="6005204" y="3266280"/>
                  </a:lnTo>
                  <a:lnTo>
                    <a:pt x="6005204" y="4068603"/>
                  </a:lnTo>
                  <a:lnTo>
                    <a:pt x="5998609" y="4117684"/>
                  </a:lnTo>
                  <a:lnTo>
                    <a:pt x="5979997" y="4161787"/>
                  </a:lnTo>
                  <a:lnTo>
                    <a:pt x="5951128" y="4199153"/>
                  </a:lnTo>
                  <a:lnTo>
                    <a:pt x="5913762" y="4228022"/>
                  </a:lnTo>
                  <a:lnTo>
                    <a:pt x="5869659" y="4246634"/>
                  </a:lnTo>
                  <a:lnTo>
                    <a:pt x="5820578" y="4253229"/>
                  </a:lnTo>
                  <a:lnTo>
                    <a:pt x="2984073" y="4253229"/>
                  </a:lnTo>
                  <a:lnTo>
                    <a:pt x="2934992" y="4259824"/>
                  </a:lnTo>
                  <a:lnTo>
                    <a:pt x="2890888" y="4278436"/>
                  </a:lnTo>
                  <a:lnTo>
                    <a:pt x="2853522" y="4307305"/>
                  </a:lnTo>
                  <a:lnTo>
                    <a:pt x="2824653" y="4344671"/>
                  </a:lnTo>
                  <a:lnTo>
                    <a:pt x="2806042" y="4388774"/>
                  </a:lnTo>
                  <a:lnTo>
                    <a:pt x="2799446" y="4437855"/>
                  </a:lnTo>
                  <a:lnTo>
                    <a:pt x="2799446" y="5673248"/>
                  </a:lnTo>
                  <a:lnTo>
                    <a:pt x="2806042" y="5722329"/>
                  </a:lnTo>
                  <a:lnTo>
                    <a:pt x="2824653" y="5766432"/>
                  </a:lnTo>
                  <a:lnTo>
                    <a:pt x="2853522" y="5803798"/>
                  </a:lnTo>
                  <a:lnTo>
                    <a:pt x="2890888" y="5832667"/>
                  </a:lnTo>
                  <a:lnTo>
                    <a:pt x="2934992" y="5851279"/>
                  </a:lnTo>
                  <a:lnTo>
                    <a:pt x="2984073" y="5857874"/>
                  </a:lnTo>
                  <a:lnTo>
                    <a:pt x="5983396" y="5857874"/>
                  </a:lnTo>
                  <a:lnTo>
                    <a:pt x="6032477" y="5864469"/>
                  </a:lnTo>
                  <a:lnTo>
                    <a:pt x="6076580" y="5883081"/>
                  </a:lnTo>
                  <a:lnTo>
                    <a:pt x="6113946" y="5911950"/>
                  </a:lnTo>
                  <a:lnTo>
                    <a:pt x="6142815" y="5949316"/>
                  </a:lnTo>
                  <a:lnTo>
                    <a:pt x="6161427" y="5993419"/>
                  </a:lnTo>
                  <a:lnTo>
                    <a:pt x="6168022" y="6042500"/>
                  </a:lnTo>
                  <a:lnTo>
                    <a:pt x="6168022" y="6411753"/>
                  </a:lnTo>
                  <a:lnTo>
                    <a:pt x="6161427" y="6460834"/>
                  </a:lnTo>
                  <a:lnTo>
                    <a:pt x="6142815" y="6504937"/>
                  </a:lnTo>
                  <a:lnTo>
                    <a:pt x="6113946" y="6542303"/>
                  </a:lnTo>
                  <a:lnTo>
                    <a:pt x="6076580" y="6571172"/>
                  </a:lnTo>
                  <a:lnTo>
                    <a:pt x="6032477" y="6589784"/>
                  </a:lnTo>
                  <a:lnTo>
                    <a:pt x="5983396" y="65963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084" y="2591367"/>
              <a:ext cx="142875" cy="142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084" y="3762942"/>
              <a:ext cx="142875" cy="142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084" y="4934517"/>
              <a:ext cx="142875" cy="142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084" y="6106092"/>
              <a:ext cx="142875" cy="1428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084" y="7277667"/>
              <a:ext cx="142875" cy="142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084" y="8449242"/>
              <a:ext cx="142875" cy="142874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497240" y="710736"/>
            <a:ext cx="1213040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25">
                <a:solidFill>
                  <a:srgbClr val="1F497D"/>
                </a:solidFill>
              </a:rPr>
              <a:t>SMART</a:t>
            </a:r>
            <a:r>
              <a:rPr dirty="0" sz="6000" spc="-80">
                <a:solidFill>
                  <a:srgbClr val="1F497D"/>
                </a:solidFill>
              </a:rPr>
              <a:t> </a:t>
            </a:r>
            <a:r>
              <a:rPr dirty="0" sz="6000" spc="140">
                <a:solidFill>
                  <a:srgbClr val="1F497D"/>
                </a:solidFill>
              </a:rPr>
              <a:t>INDIA</a:t>
            </a:r>
            <a:r>
              <a:rPr dirty="0" sz="6000" spc="-80">
                <a:solidFill>
                  <a:srgbClr val="1F497D"/>
                </a:solidFill>
              </a:rPr>
              <a:t> </a:t>
            </a:r>
            <a:r>
              <a:rPr dirty="0" sz="6000">
                <a:solidFill>
                  <a:srgbClr val="1F497D"/>
                </a:solidFill>
              </a:rPr>
              <a:t>HACKATHON</a:t>
            </a:r>
            <a:r>
              <a:rPr dirty="0" sz="6000" spc="-75">
                <a:solidFill>
                  <a:srgbClr val="1F497D"/>
                </a:solidFill>
              </a:rPr>
              <a:t> </a:t>
            </a:r>
            <a:r>
              <a:rPr dirty="0" sz="6000" spc="-90">
                <a:solidFill>
                  <a:srgbClr val="1F497D"/>
                </a:solidFill>
              </a:rPr>
              <a:t>2026</a:t>
            </a:r>
            <a:endParaRPr sz="6000"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60"/>
              <a:t> </a:t>
            </a:r>
            <a:r>
              <a:rPr dirty="0"/>
              <a:t>Statement</a:t>
            </a:r>
            <a:r>
              <a:rPr dirty="0" spc="-60"/>
              <a:t> </a:t>
            </a:r>
            <a:r>
              <a:rPr dirty="0"/>
              <a:t>ID</a:t>
            </a:r>
            <a:r>
              <a:rPr dirty="0" spc="-55"/>
              <a:t> </a:t>
            </a:r>
            <a:r>
              <a:rPr dirty="0"/>
              <a:t>:</a:t>
            </a:r>
            <a:r>
              <a:rPr dirty="0" spc="-60"/>
              <a:t> </a:t>
            </a:r>
            <a:r>
              <a:rPr dirty="0" spc="-10"/>
              <a:t>SIH26189</a:t>
            </a:r>
          </a:p>
          <a:p>
            <a:pPr marL="12700" marR="5080">
              <a:lnSpc>
                <a:spcPts val="9230"/>
              </a:lnSpc>
              <a:spcBef>
                <a:spcPts val="1070"/>
              </a:spcBef>
            </a:pPr>
            <a:r>
              <a:rPr dirty="0"/>
              <a:t>Problem</a:t>
            </a:r>
            <a:r>
              <a:rPr dirty="0" spc="-185"/>
              <a:t> </a:t>
            </a:r>
            <a:r>
              <a:rPr dirty="0" spc="-10"/>
              <a:t>Statement</a:t>
            </a:r>
            <a:r>
              <a:rPr dirty="0" spc="-185"/>
              <a:t> </a:t>
            </a:r>
            <a:r>
              <a:rPr dirty="0"/>
              <a:t>Title</a:t>
            </a:r>
            <a:r>
              <a:rPr dirty="0" spc="-185"/>
              <a:t> </a:t>
            </a:r>
            <a:r>
              <a:rPr dirty="0"/>
              <a:t>:</a:t>
            </a:r>
            <a:r>
              <a:rPr dirty="0" spc="-185"/>
              <a:t> </a:t>
            </a:r>
            <a:r>
              <a:rPr dirty="0" spc="-35"/>
              <a:t>AI-</a:t>
            </a:r>
            <a:r>
              <a:rPr dirty="0"/>
              <a:t>Powered</a:t>
            </a:r>
            <a:r>
              <a:rPr dirty="0" spc="-185"/>
              <a:t> </a:t>
            </a:r>
            <a:r>
              <a:rPr dirty="0"/>
              <a:t>Criminal</a:t>
            </a:r>
            <a:r>
              <a:rPr dirty="0" spc="-185"/>
              <a:t> </a:t>
            </a:r>
            <a:r>
              <a:rPr dirty="0"/>
              <a:t>Network</a:t>
            </a:r>
            <a:r>
              <a:rPr dirty="0" spc="-185"/>
              <a:t> </a:t>
            </a:r>
            <a:r>
              <a:rPr dirty="0"/>
              <a:t>Analysis</a:t>
            </a:r>
            <a:r>
              <a:rPr dirty="0" spc="-180"/>
              <a:t> </a:t>
            </a:r>
            <a:r>
              <a:rPr dirty="0" spc="-10"/>
              <a:t>System </a:t>
            </a:r>
            <a:r>
              <a:rPr dirty="0"/>
              <a:t>Theme</a:t>
            </a:r>
            <a:r>
              <a:rPr dirty="0" spc="-40"/>
              <a:t> </a:t>
            </a:r>
            <a:r>
              <a:rPr dirty="0"/>
              <a:t>:</a:t>
            </a:r>
            <a:r>
              <a:rPr dirty="0" spc="-35"/>
              <a:t> </a:t>
            </a:r>
            <a:r>
              <a:rPr dirty="0"/>
              <a:t>Blockchain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Cybersecurity</a:t>
            </a:r>
          </a:p>
          <a:p>
            <a:pPr marL="12700">
              <a:lnSpc>
                <a:spcPct val="100000"/>
              </a:lnSpc>
              <a:spcBef>
                <a:spcPts val="3525"/>
              </a:spcBef>
            </a:pPr>
            <a:r>
              <a:rPr dirty="0"/>
              <a:t>PS</a:t>
            </a:r>
            <a:r>
              <a:rPr dirty="0" spc="-35"/>
              <a:t> </a:t>
            </a:r>
            <a:r>
              <a:rPr dirty="0"/>
              <a:t>Category</a:t>
            </a:r>
            <a:r>
              <a:rPr dirty="0" spc="-30"/>
              <a:t> </a:t>
            </a:r>
            <a:r>
              <a:rPr dirty="0"/>
              <a:t>:</a:t>
            </a:r>
            <a:r>
              <a:rPr dirty="0" spc="-30"/>
              <a:t> </a:t>
            </a:r>
            <a:r>
              <a:rPr dirty="0" spc="-10"/>
              <a:t>Software</a:t>
            </a:r>
          </a:p>
          <a:p>
            <a:pPr>
              <a:lnSpc>
                <a:spcPct val="100000"/>
              </a:lnSpc>
              <a:spcBef>
                <a:spcPts val="17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Team</a:t>
            </a:r>
            <a:r>
              <a:rPr dirty="0" spc="-45"/>
              <a:t> </a:t>
            </a:r>
            <a:r>
              <a:rPr dirty="0"/>
              <a:t>ID</a:t>
            </a:r>
            <a:r>
              <a:rPr dirty="0" spc="-35"/>
              <a:t> </a:t>
            </a:r>
            <a:r>
              <a:rPr dirty="0" spc="-50"/>
              <a:t>:</a:t>
            </a:r>
          </a:p>
          <a:p>
            <a:pPr>
              <a:lnSpc>
                <a:spcPct val="100000"/>
              </a:lnSpc>
              <a:spcBef>
                <a:spcPts val="180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Team</a:t>
            </a:r>
            <a:r>
              <a:rPr dirty="0" spc="-65"/>
              <a:t> </a:t>
            </a:r>
            <a:r>
              <a:rPr dirty="0"/>
              <a:t>Name:</a:t>
            </a:r>
            <a:r>
              <a:rPr dirty="0" spc="-60"/>
              <a:t> </a:t>
            </a:r>
            <a:r>
              <a:rPr dirty="0" spc="-10"/>
              <a:t>Intel-Forge</a:t>
            </a: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70129" y="104462"/>
            <a:ext cx="3373746" cy="1593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2196" y="32430"/>
            <a:ext cx="1118933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20" b="1">
                <a:latin typeface="Times New Roman"/>
                <a:cs typeface="Times New Roman"/>
              </a:rPr>
              <a:t>Intel-</a:t>
            </a:r>
            <a:r>
              <a:rPr dirty="0" sz="3400" b="1">
                <a:latin typeface="Times New Roman"/>
                <a:cs typeface="Times New Roman"/>
              </a:rPr>
              <a:t>Forge:</a:t>
            </a:r>
            <a:r>
              <a:rPr dirty="0" sz="3400" spc="-70" b="1">
                <a:latin typeface="Times New Roman"/>
                <a:cs typeface="Times New Roman"/>
              </a:rPr>
              <a:t> </a:t>
            </a:r>
            <a:r>
              <a:rPr dirty="0" sz="3400" spc="-20" b="1">
                <a:latin typeface="Times New Roman"/>
                <a:cs typeface="Times New Roman"/>
              </a:rPr>
              <a:t>AI-</a:t>
            </a:r>
            <a:r>
              <a:rPr dirty="0" sz="3400" b="1">
                <a:latin typeface="Times New Roman"/>
                <a:cs typeface="Times New Roman"/>
              </a:rPr>
              <a:t>Powered</a:t>
            </a:r>
            <a:r>
              <a:rPr dirty="0" sz="3400" spc="-65" b="1">
                <a:latin typeface="Times New Roman"/>
                <a:cs typeface="Times New Roman"/>
              </a:rPr>
              <a:t> </a:t>
            </a:r>
            <a:r>
              <a:rPr dirty="0" sz="3400" b="1">
                <a:latin typeface="Times New Roman"/>
                <a:cs typeface="Times New Roman"/>
              </a:rPr>
              <a:t>Criminal</a:t>
            </a:r>
            <a:r>
              <a:rPr dirty="0" sz="3400" spc="-65" b="1">
                <a:latin typeface="Times New Roman"/>
                <a:cs typeface="Times New Roman"/>
              </a:rPr>
              <a:t> </a:t>
            </a:r>
            <a:r>
              <a:rPr dirty="0" sz="3400" b="1">
                <a:latin typeface="Times New Roman"/>
                <a:cs typeface="Times New Roman"/>
              </a:rPr>
              <a:t>Network</a:t>
            </a:r>
            <a:r>
              <a:rPr dirty="0" sz="3400" spc="-70" b="1">
                <a:latin typeface="Times New Roman"/>
                <a:cs typeface="Times New Roman"/>
              </a:rPr>
              <a:t> </a:t>
            </a:r>
            <a:r>
              <a:rPr dirty="0" sz="3400" b="1">
                <a:latin typeface="Times New Roman"/>
                <a:cs typeface="Times New Roman"/>
              </a:rPr>
              <a:t>Analysis</a:t>
            </a:r>
            <a:r>
              <a:rPr dirty="0" sz="3400" spc="-65" b="1">
                <a:latin typeface="Times New Roman"/>
                <a:cs typeface="Times New Roman"/>
              </a:rPr>
              <a:t> </a:t>
            </a:r>
            <a:r>
              <a:rPr dirty="0" sz="3400" spc="-10" b="1">
                <a:latin typeface="Times New Roman"/>
                <a:cs typeface="Times New Roman"/>
              </a:rPr>
              <a:t>System</a:t>
            </a:r>
            <a:endParaRPr sz="3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6266" y="704742"/>
            <a:ext cx="12882245" cy="6219825"/>
            <a:chOff x="5406266" y="704742"/>
            <a:chExt cx="12882245" cy="6219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6266" y="704742"/>
              <a:ext cx="12881731" cy="62198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3309" y="2358850"/>
              <a:ext cx="12423514" cy="438840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570945" y="1534673"/>
            <a:ext cx="15062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" b="1">
                <a:latin typeface="Times New Roman"/>
                <a:cs typeface="Times New Roman"/>
              </a:rPr>
              <a:t>Interactive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2137" y="1580040"/>
            <a:ext cx="11106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Reduces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08330" y="0"/>
            <a:ext cx="13180060" cy="10189845"/>
            <a:chOff x="5108330" y="0"/>
            <a:chExt cx="13180060" cy="101898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90182" y="0"/>
              <a:ext cx="3373746" cy="14443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78091" y="6842510"/>
              <a:ext cx="5591125" cy="16803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8330" y="8514801"/>
              <a:ext cx="5664323" cy="162381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35300" y="7650375"/>
              <a:ext cx="866774" cy="533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34143" y="9837281"/>
              <a:ext cx="1000124" cy="3524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189341" y="7811149"/>
              <a:ext cx="5098657" cy="15040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52422" y="7317747"/>
              <a:ext cx="1053040" cy="107699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55711" y="7705003"/>
              <a:ext cx="2329245" cy="232112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0" y="0"/>
            <a:ext cx="5050155" cy="10287000"/>
            <a:chOff x="0" y="0"/>
            <a:chExt cx="5050155" cy="10287000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076320"/>
              <a:ext cx="5049700" cy="92106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9045" y="1243180"/>
              <a:ext cx="3988336" cy="11246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0"/>
              <a:ext cx="4802946" cy="18016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876" y="2515052"/>
              <a:ext cx="92011" cy="9201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876" y="4723317"/>
              <a:ext cx="92011" cy="9201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876" y="6563538"/>
              <a:ext cx="92011" cy="9201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876" y="8035714"/>
              <a:ext cx="92011" cy="9201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570945" y="1780304"/>
            <a:ext cx="6152515" cy="104838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2500" b="1">
                <a:latin typeface="Times New Roman"/>
                <a:cs typeface="Times New Roman"/>
              </a:rPr>
              <a:t>Investigation</a:t>
            </a:r>
            <a:r>
              <a:rPr dirty="0" sz="2500" spc="-9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Console:</a:t>
            </a:r>
            <a:r>
              <a:rPr dirty="0" sz="2500" spc="210" b="1">
                <a:latin typeface="Times New Roman"/>
                <a:cs typeface="Times New Roman"/>
              </a:rPr>
              <a:t> </a:t>
            </a:r>
            <a:r>
              <a:rPr dirty="0" baseline="-4629" sz="3600" b="1">
                <a:latin typeface="Times New Roman"/>
                <a:cs typeface="Times New Roman"/>
              </a:rPr>
              <a:t>Slow</a:t>
            </a:r>
            <a:r>
              <a:rPr dirty="0" baseline="-4629" sz="3600" spc="-82" b="1">
                <a:latin typeface="Times New Roman"/>
                <a:cs typeface="Times New Roman"/>
              </a:rPr>
              <a:t> </a:t>
            </a:r>
            <a:r>
              <a:rPr dirty="0" baseline="-4629" sz="3600" spc="-15" b="1">
                <a:latin typeface="Times New Roman"/>
                <a:cs typeface="Times New Roman"/>
              </a:rPr>
              <a:t>Manual</a:t>
            </a:r>
            <a:r>
              <a:rPr dirty="0" baseline="-4629" sz="3600" spc="-209" b="1">
                <a:latin typeface="Times New Roman"/>
                <a:cs typeface="Times New Roman"/>
              </a:rPr>
              <a:t> </a:t>
            </a:r>
            <a:r>
              <a:rPr dirty="0" baseline="-4629" sz="3600" spc="-15" b="1">
                <a:latin typeface="Times New Roman"/>
                <a:cs typeface="Times New Roman"/>
              </a:rPr>
              <a:t>Analysis:</a:t>
            </a:r>
            <a:endParaRPr baseline="-4629" sz="3600">
              <a:latin typeface="Times New Roman"/>
              <a:cs typeface="Times New Roman"/>
            </a:endParaRPr>
          </a:p>
          <a:p>
            <a:pPr marL="328930">
              <a:lnSpc>
                <a:spcPct val="100000"/>
              </a:lnSpc>
              <a:spcBef>
                <a:spcPts val="1030"/>
              </a:spcBef>
            </a:pP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-1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single-</a:t>
            </a:r>
            <a:r>
              <a:rPr dirty="0" sz="2500" spc="-20">
                <a:latin typeface="Times New Roman"/>
                <a:cs typeface="Times New Roman"/>
              </a:rPr>
              <a:t>pane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87303" y="2802471"/>
            <a:ext cx="2534285" cy="3837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500">
                <a:latin typeface="Times New Roman"/>
                <a:cs typeface="Times New Roman"/>
              </a:rPr>
              <a:t>dashboard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with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live </a:t>
            </a:r>
            <a:r>
              <a:rPr dirty="0" sz="2500">
                <a:latin typeface="Times New Roman"/>
                <a:cs typeface="Times New Roman"/>
              </a:rPr>
              <a:t>network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graphs, </a:t>
            </a:r>
            <a:r>
              <a:rPr dirty="0" sz="2500">
                <a:latin typeface="Times New Roman"/>
                <a:cs typeface="Times New Roman"/>
              </a:rPr>
              <a:t>suspect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timelines,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search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bar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for </a:t>
            </a:r>
            <a:r>
              <a:rPr dirty="0" sz="2500" spc="-20">
                <a:latin typeface="Times New Roman"/>
                <a:cs typeface="Times New Roman"/>
              </a:rPr>
              <a:t>natural-</a:t>
            </a:r>
            <a:r>
              <a:rPr dirty="0" sz="2500" spc="-10">
                <a:latin typeface="Times New Roman"/>
                <a:cs typeface="Times New Roman"/>
              </a:rPr>
              <a:t>language </a:t>
            </a:r>
            <a:r>
              <a:rPr dirty="0" sz="2500">
                <a:latin typeface="Times New Roman"/>
                <a:cs typeface="Times New Roman"/>
              </a:rPr>
              <a:t>case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queries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—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no </a:t>
            </a:r>
            <a:r>
              <a:rPr dirty="0" sz="2500">
                <a:latin typeface="Times New Roman"/>
                <a:cs typeface="Times New Roman"/>
              </a:rPr>
              <a:t>separate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tools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for </a:t>
            </a:r>
            <a:r>
              <a:rPr dirty="0" sz="2500">
                <a:latin typeface="Times New Roman"/>
                <a:cs typeface="Times New Roman"/>
              </a:rPr>
              <a:t>charting,</a:t>
            </a:r>
            <a:r>
              <a:rPr dirty="0" sz="2500" spc="-8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CDR </a:t>
            </a:r>
            <a:r>
              <a:rPr dirty="0" sz="2500">
                <a:latin typeface="Times New Roman"/>
                <a:cs typeface="Times New Roman"/>
              </a:rPr>
              <a:t>analysis,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and </a:t>
            </a:r>
            <a:r>
              <a:rPr dirty="0" sz="2500">
                <a:latin typeface="Times New Roman"/>
                <a:cs typeface="Times New Roman"/>
              </a:rPr>
              <a:t>document</a:t>
            </a:r>
            <a:r>
              <a:rPr dirty="0" sz="2500" spc="-8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review.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93256" y="2532907"/>
            <a:ext cx="2398395" cy="3615054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220"/>
              </a:spcBef>
            </a:pPr>
            <a:r>
              <a:rPr dirty="0" sz="3000" spc="-10">
                <a:latin typeface="Times New Roman"/>
                <a:cs typeface="Times New Roman"/>
              </a:rPr>
              <a:t>Investigators </a:t>
            </a:r>
            <a:r>
              <a:rPr dirty="0" sz="3000">
                <a:latin typeface="Times New Roman"/>
                <a:cs typeface="Times New Roman"/>
              </a:rPr>
              <a:t>query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20">
                <a:latin typeface="Times New Roman"/>
                <a:cs typeface="Times New Roman"/>
              </a:rPr>
              <a:t>plain </a:t>
            </a:r>
            <a:r>
              <a:rPr dirty="0" sz="3000">
                <a:latin typeface="Times New Roman"/>
                <a:cs typeface="Times New Roman"/>
              </a:rPr>
              <a:t>language</a:t>
            </a:r>
            <a:r>
              <a:rPr dirty="0" sz="3000" spc="-150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and </a:t>
            </a:r>
            <a:r>
              <a:rPr dirty="0" sz="3000">
                <a:latin typeface="Times New Roman"/>
                <a:cs typeface="Times New Roman"/>
              </a:rPr>
              <a:t>get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instant, </a:t>
            </a:r>
            <a:r>
              <a:rPr dirty="0" sz="3000" spc="-25">
                <a:latin typeface="Times New Roman"/>
                <a:cs typeface="Times New Roman"/>
              </a:rPr>
              <a:t>multi-</a:t>
            </a:r>
            <a:r>
              <a:rPr dirty="0" sz="3000">
                <a:latin typeface="Times New Roman"/>
                <a:cs typeface="Times New Roman"/>
              </a:rPr>
              <a:t>hop</a:t>
            </a:r>
            <a:r>
              <a:rPr dirty="0" sz="3000" spc="-15">
                <a:latin typeface="Times New Roman"/>
                <a:cs typeface="Times New Roman"/>
              </a:rPr>
              <a:t> </a:t>
            </a:r>
            <a:r>
              <a:rPr dirty="0" sz="3000" spc="-20">
                <a:latin typeface="Times New Roman"/>
                <a:cs typeface="Times New Roman"/>
              </a:rPr>
              <a:t>leads </a:t>
            </a:r>
            <a:r>
              <a:rPr dirty="0" sz="3000">
                <a:latin typeface="Times New Roman"/>
                <a:cs typeface="Times New Roman"/>
              </a:rPr>
              <a:t>instead</a:t>
            </a:r>
            <a:r>
              <a:rPr dirty="0" sz="3000" spc="-110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of </a:t>
            </a:r>
            <a:r>
              <a:rPr dirty="0" sz="3000">
                <a:latin typeface="Times New Roman"/>
                <a:cs typeface="Times New Roman"/>
              </a:rPr>
              <a:t>building</a:t>
            </a:r>
            <a:r>
              <a:rPr dirty="0" sz="3000" spc="-145">
                <a:latin typeface="Times New Roman"/>
                <a:cs typeface="Times New Roman"/>
              </a:rPr>
              <a:t> </a:t>
            </a:r>
            <a:r>
              <a:rPr dirty="0" sz="3000" spc="-20">
                <a:latin typeface="Times New Roman"/>
                <a:cs typeface="Times New Roman"/>
              </a:rPr>
              <a:t>link </a:t>
            </a:r>
            <a:r>
              <a:rPr dirty="0" sz="3000">
                <a:latin typeface="Times New Roman"/>
                <a:cs typeface="Times New Roman"/>
              </a:rPr>
              <a:t>charts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by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hand.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874275" y="1750121"/>
            <a:ext cx="2612390" cy="4811395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545"/>
              </a:spcBef>
            </a:pPr>
            <a:r>
              <a:rPr dirty="0" sz="2500" b="1">
                <a:latin typeface="Times New Roman"/>
                <a:cs typeface="Times New Roman"/>
              </a:rPr>
              <a:t>Missed</a:t>
            </a:r>
            <a:r>
              <a:rPr dirty="0" sz="2500" spc="-6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Red</a:t>
            </a:r>
            <a:r>
              <a:rPr dirty="0" sz="2500" spc="-60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Flags:</a:t>
            </a:r>
            <a:endParaRPr sz="2500">
              <a:latin typeface="Times New Roman"/>
              <a:cs typeface="Times New Roman"/>
            </a:endParaRPr>
          </a:p>
          <a:p>
            <a:pPr marL="12700" marR="38100">
              <a:lnSpc>
                <a:spcPct val="100600"/>
              </a:lnSpc>
              <a:spcBef>
                <a:spcPts val="1710"/>
              </a:spcBef>
            </a:pPr>
            <a:r>
              <a:rPr dirty="0" sz="2900">
                <a:latin typeface="Times New Roman"/>
                <a:cs typeface="Times New Roman"/>
              </a:rPr>
              <a:t>Graph</a:t>
            </a:r>
            <a:r>
              <a:rPr dirty="0" sz="2900" spc="7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analytics </a:t>
            </a:r>
            <a:r>
              <a:rPr dirty="0" sz="2900">
                <a:latin typeface="Times New Roman"/>
                <a:cs typeface="Times New Roman"/>
              </a:rPr>
              <a:t>explores</a:t>
            </a:r>
            <a:r>
              <a:rPr dirty="0" sz="2900" spc="10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the </a:t>
            </a:r>
            <a:r>
              <a:rPr dirty="0" sz="2900">
                <a:latin typeface="Times New Roman"/>
                <a:cs typeface="Times New Roman"/>
              </a:rPr>
              <a:t>network</a:t>
            </a:r>
            <a:r>
              <a:rPr dirty="0" sz="2900" spc="9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to </a:t>
            </a:r>
            <a:r>
              <a:rPr dirty="0" sz="2900">
                <a:latin typeface="Times New Roman"/>
                <a:cs typeface="Times New Roman"/>
              </a:rPr>
              <a:t>uncover</a:t>
            </a:r>
            <a:r>
              <a:rPr dirty="0" sz="2900" spc="9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indirect </a:t>
            </a:r>
            <a:r>
              <a:rPr dirty="0" sz="2900">
                <a:latin typeface="Times New Roman"/>
                <a:cs typeface="Times New Roman"/>
              </a:rPr>
              <a:t>links,</a:t>
            </a:r>
            <a:r>
              <a:rPr dirty="0" sz="2900" spc="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6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actors, </a:t>
            </a:r>
            <a:r>
              <a:rPr dirty="0" sz="2900">
                <a:latin typeface="Times New Roman"/>
                <a:cs typeface="Times New Roman"/>
              </a:rPr>
              <a:t>communities</a:t>
            </a:r>
            <a:r>
              <a:rPr dirty="0" sz="2900" spc="15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and </a:t>
            </a:r>
            <a:r>
              <a:rPr dirty="0" sz="2900">
                <a:latin typeface="Times New Roman"/>
                <a:cs typeface="Times New Roman"/>
              </a:rPr>
              <a:t>suspicious </a:t>
            </a:r>
            <a:r>
              <a:rPr dirty="0" sz="2900" spc="-10">
                <a:latin typeface="Times New Roman"/>
                <a:cs typeface="Times New Roman"/>
              </a:rPr>
              <a:t>multi-</a:t>
            </a:r>
            <a:r>
              <a:rPr dirty="0" sz="2900" spc="-25">
                <a:latin typeface="Times New Roman"/>
                <a:cs typeface="Times New Roman"/>
              </a:rPr>
              <a:t>hop </a:t>
            </a:r>
            <a:r>
              <a:rPr dirty="0" sz="2900" spc="-10">
                <a:latin typeface="Times New Roman"/>
                <a:cs typeface="Times New Roman"/>
              </a:rPr>
              <a:t>relationships.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874958" y="1543368"/>
            <a:ext cx="2962910" cy="5078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505" marR="121285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Role-Based</a:t>
            </a:r>
            <a:r>
              <a:rPr dirty="0" sz="2400" spc="-1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Access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&amp; </a:t>
            </a:r>
            <a:r>
              <a:rPr dirty="0" sz="2400" spc="-10" b="1">
                <a:latin typeface="Times New Roman"/>
                <a:cs typeface="Times New Roman"/>
              </a:rPr>
              <a:t>Collaboration:</a:t>
            </a:r>
            <a:endParaRPr sz="2400">
              <a:latin typeface="Times New Roman"/>
              <a:cs typeface="Times New Roman"/>
            </a:endParaRPr>
          </a:p>
          <a:p>
            <a:pPr marL="12700" marR="5080" indent="88900">
              <a:lnSpc>
                <a:spcPts val="3300"/>
              </a:lnSpc>
              <a:spcBef>
                <a:spcPts val="1125"/>
              </a:spcBef>
            </a:pPr>
            <a:r>
              <a:rPr dirty="0" sz="2800">
                <a:latin typeface="Times New Roman"/>
                <a:cs typeface="Times New Roman"/>
              </a:rPr>
              <a:t>Multiple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officers </a:t>
            </a:r>
            <a:r>
              <a:rPr dirty="0" sz="2800">
                <a:latin typeface="Times New Roman"/>
                <a:cs typeface="Times New Roman"/>
              </a:rPr>
              <a:t>can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work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same </a:t>
            </a:r>
            <a:r>
              <a:rPr dirty="0" sz="2800">
                <a:latin typeface="Times New Roman"/>
                <a:cs typeface="Times New Roman"/>
              </a:rPr>
              <a:t>case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with </a:t>
            </a:r>
            <a:r>
              <a:rPr dirty="0" sz="2800">
                <a:latin typeface="Times New Roman"/>
                <a:cs typeface="Times New Roman"/>
              </a:rPr>
              <a:t>permissioned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views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shared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activity </a:t>
            </a:r>
            <a:r>
              <a:rPr dirty="0" sz="2800">
                <a:latin typeface="Times New Roman"/>
                <a:cs typeface="Times New Roman"/>
              </a:rPr>
              <a:t>feed,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keeping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the </a:t>
            </a:r>
            <a:r>
              <a:rPr dirty="0" sz="2800" spc="-10">
                <a:latin typeface="Times New Roman"/>
                <a:cs typeface="Times New Roman"/>
              </a:rPr>
              <a:t>investigation </a:t>
            </a:r>
            <a:r>
              <a:rPr dirty="0" sz="2800">
                <a:latin typeface="Times New Roman"/>
                <a:cs typeface="Times New Roman"/>
              </a:rPr>
              <a:t>synchronized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across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team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block </a:t>
            </a:r>
            <a:r>
              <a:rPr dirty="0" sz="2800" spc="-10">
                <a:latin typeface="Times New Roman"/>
                <a:cs typeface="Times New Roman"/>
              </a:rPr>
              <a:t>chain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1849" y="1197367"/>
            <a:ext cx="4396105" cy="851408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867410" marR="953135" indent="-119380">
              <a:lnSpc>
                <a:spcPts val="4430"/>
              </a:lnSpc>
              <a:spcBef>
                <a:spcPts val="285"/>
              </a:spcBef>
            </a:pPr>
            <a:r>
              <a:rPr dirty="0" sz="3700" spc="-10" b="1">
                <a:solidFill>
                  <a:srgbClr val="FFFFFF"/>
                </a:solidFill>
                <a:latin typeface="Arial"/>
                <a:cs typeface="Arial"/>
              </a:rPr>
              <a:t>PROPOSED SOLUTION</a:t>
            </a:r>
            <a:endParaRPr sz="3700">
              <a:latin typeface="Arial"/>
              <a:cs typeface="Arial"/>
            </a:endParaRPr>
          </a:p>
          <a:p>
            <a:pPr marL="12700">
              <a:lnSpc>
                <a:spcPts val="2710"/>
              </a:lnSpc>
            </a:pPr>
            <a:r>
              <a:rPr dirty="0" sz="2450" b="1">
                <a:latin typeface="Times New Roman"/>
                <a:cs typeface="Times New Roman"/>
              </a:rPr>
              <a:t>Unified</a:t>
            </a:r>
            <a:r>
              <a:rPr dirty="0" sz="2450" spc="-120" b="1">
                <a:latin typeface="Times New Roman"/>
                <a:cs typeface="Times New Roman"/>
              </a:rPr>
              <a:t> </a:t>
            </a:r>
            <a:r>
              <a:rPr dirty="0" sz="2450" spc="-10" b="1">
                <a:latin typeface="Times New Roman"/>
                <a:cs typeface="Times New Roman"/>
              </a:rPr>
              <a:t>Evidence</a:t>
            </a:r>
            <a:r>
              <a:rPr dirty="0" sz="2450" spc="-105" b="1">
                <a:latin typeface="Times New Roman"/>
                <a:cs typeface="Times New Roman"/>
              </a:rPr>
              <a:t> </a:t>
            </a:r>
            <a:r>
              <a:rPr dirty="0" sz="2450" spc="-10" b="1">
                <a:latin typeface="Times New Roman"/>
                <a:cs typeface="Times New Roman"/>
              </a:rPr>
              <a:t>View:</a:t>
            </a:r>
            <a:r>
              <a:rPr dirty="0" sz="2450" spc="-70" b="1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An</a:t>
            </a:r>
            <a:r>
              <a:rPr dirty="0" sz="2450" spc="-140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AI-</a:t>
            </a:r>
            <a:endParaRPr sz="2450">
              <a:latin typeface="Times New Roman"/>
              <a:cs typeface="Times New Roman"/>
            </a:endParaRPr>
          </a:p>
          <a:p>
            <a:pPr marL="12700" marR="219710">
              <a:lnSpc>
                <a:spcPts val="2900"/>
              </a:lnSpc>
              <a:spcBef>
                <a:spcPts val="110"/>
              </a:spcBef>
            </a:pPr>
            <a:r>
              <a:rPr dirty="0" sz="2450">
                <a:latin typeface="Times New Roman"/>
                <a:cs typeface="Times New Roman"/>
              </a:rPr>
              <a:t>driven</a:t>
            </a:r>
            <a:r>
              <a:rPr dirty="0" sz="2450" spc="-7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investigation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platform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that </a:t>
            </a:r>
            <a:r>
              <a:rPr dirty="0" sz="2450">
                <a:latin typeface="Times New Roman"/>
                <a:cs typeface="Times New Roman"/>
              </a:rPr>
              <a:t>pulls</a:t>
            </a:r>
            <a:r>
              <a:rPr dirty="0" sz="2450" spc="-9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together</a:t>
            </a:r>
            <a:r>
              <a:rPr dirty="0" sz="2450" spc="-9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scattered</a:t>
            </a:r>
            <a:r>
              <a:rPr dirty="0" sz="2450" spc="-9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police </a:t>
            </a:r>
            <a:r>
              <a:rPr dirty="0" sz="2450">
                <a:latin typeface="Times New Roman"/>
                <a:cs typeface="Times New Roman"/>
              </a:rPr>
              <a:t>evidence</a:t>
            </a:r>
            <a:r>
              <a:rPr dirty="0" sz="2450" spc="490">
                <a:latin typeface="Times New Roman"/>
                <a:cs typeface="Times New Roman"/>
              </a:rPr>
              <a:t> </a:t>
            </a:r>
            <a:r>
              <a:rPr dirty="0" sz="2450" spc="-70">
                <a:latin typeface="Times New Roman"/>
                <a:cs typeface="Times New Roman"/>
              </a:rPr>
              <a:t>CCTV,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calls,</a:t>
            </a:r>
            <a:r>
              <a:rPr dirty="0" sz="2450" spc="-6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FIRs, </a:t>
            </a:r>
            <a:r>
              <a:rPr dirty="0" sz="2450">
                <a:latin typeface="Times New Roman"/>
                <a:cs typeface="Times New Roman"/>
              </a:rPr>
              <a:t>financial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records</a:t>
            </a:r>
            <a:r>
              <a:rPr dirty="0" sz="2450" spc="50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into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one </a:t>
            </a:r>
            <a:r>
              <a:rPr dirty="0" sz="2450">
                <a:latin typeface="Times New Roman"/>
                <a:cs typeface="Times New Roman"/>
              </a:rPr>
              <a:t>connected</a:t>
            </a:r>
            <a:r>
              <a:rPr dirty="0" sz="2450" spc="-14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picture.</a:t>
            </a: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ts val="2780"/>
              </a:lnSpc>
            </a:pPr>
            <a:r>
              <a:rPr dirty="0" sz="2450" spc="-20" b="1">
                <a:latin typeface="Times New Roman"/>
                <a:cs typeface="Times New Roman"/>
              </a:rPr>
              <a:t>Natural-</a:t>
            </a:r>
            <a:r>
              <a:rPr dirty="0" sz="2450" b="1">
                <a:latin typeface="Times New Roman"/>
                <a:cs typeface="Times New Roman"/>
              </a:rPr>
              <a:t>Language</a:t>
            </a:r>
            <a:r>
              <a:rPr dirty="0" sz="2450" spc="-95" b="1">
                <a:latin typeface="Times New Roman"/>
                <a:cs typeface="Times New Roman"/>
              </a:rPr>
              <a:t> </a:t>
            </a:r>
            <a:r>
              <a:rPr dirty="0" sz="2450" spc="-10" b="1">
                <a:latin typeface="Times New Roman"/>
                <a:cs typeface="Times New Roman"/>
              </a:rPr>
              <a:t>Investigation:</a:t>
            </a:r>
            <a:endParaRPr sz="2450">
              <a:latin typeface="Times New Roman"/>
              <a:cs typeface="Times New Roman"/>
            </a:endParaRPr>
          </a:p>
          <a:p>
            <a:pPr marL="12700" marR="840105">
              <a:lnSpc>
                <a:spcPts val="2900"/>
              </a:lnSpc>
              <a:spcBef>
                <a:spcPts val="110"/>
              </a:spcBef>
            </a:pPr>
            <a:r>
              <a:rPr dirty="0" sz="2450" spc="-10">
                <a:latin typeface="Times New Roman"/>
                <a:cs typeface="Times New Roman"/>
              </a:rPr>
              <a:t>Investigators</a:t>
            </a:r>
            <a:r>
              <a:rPr dirty="0" sz="2450" spc="-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can</a:t>
            </a:r>
            <a:r>
              <a:rPr dirty="0" sz="2450" spc="-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ask</a:t>
            </a:r>
            <a:r>
              <a:rPr dirty="0" sz="2450" spc="-4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plain-</a:t>
            </a:r>
            <a:r>
              <a:rPr dirty="0" sz="2450">
                <a:latin typeface="Times New Roman"/>
                <a:cs typeface="Times New Roman"/>
              </a:rPr>
              <a:t>language</a:t>
            </a:r>
            <a:r>
              <a:rPr dirty="0" sz="2450" spc="-10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questions</a:t>
            </a:r>
            <a:r>
              <a:rPr dirty="0" sz="2450" spc="-10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and</a:t>
            </a:r>
            <a:r>
              <a:rPr dirty="0" sz="2450" spc="-100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get </a:t>
            </a:r>
            <a:r>
              <a:rPr dirty="0" sz="2450">
                <a:latin typeface="Times New Roman"/>
                <a:cs typeface="Times New Roman"/>
              </a:rPr>
              <a:t>answers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backed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by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traceable </a:t>
            </a:r>
            <a:r>
              <a:rPr dirty="0" sz="2450">
                <a:latin typeface="Times New Roman"/>
                <a:cs typeface="Times New Roman"/>
              </a:rPr>
              <a:t>evidence,</a:t>
            </a:r>
            <a:r>
              <a:rPr dirty="0" sz="2450" spc="-9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not</a:t>
            </a:r>
            <a:r>
              <a:rPr dirty="0" sz="2450" spc="-8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guesses.</a:t>
            </a: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ts val="2780"/>
              </a:lnSpc>
            </a:pPr>
            <a:r>
              <a:rPr dirty="0" sz="2450" spc="-25" b="1">
                <a:latin typeface="Times New Roman"/>
                <a:cs typeface="Times New Roman"/>
              </a:rPr>
              <a:t>Human-</a:t>
            </a:r>
            <a:r>
              <a:rPr dirty="0" sz="2450" spc="-10" b="1">
                <a:latin typeface="Times New Roman"/>
                <a:cs typeface="Times New Roman"/>
              </a:rPr>
              <a:t>in-</a:t>
            </a:r>
            <a:r>
              <a:rPr dirty="0" sz="2450" b="1">
                <a:latin typeface="Times New Roman"/>
                <a:cs typeface="Times New Roman"/>
              </a:rPr>
              <a:t>Control:</a:t>
            </a:r>
            <a:r>
              <a:rPr dirty="0" sz="2450" spc="-80" b="1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system</a:t>
            </a: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ts val="2900"/>
              </a:lnSpc>
              <a:spcBef>
                <a:spcPts val="100"/>
              </a:spcBef>
            </a:pPr>
            <a:r>
              <a:rPr dirty="0" sz="2450">
                <a:latin typeface="Times New Roman"/>
                <a:cs typeface="Times New Roman"/>
              </a:rPr>
              <a:t>flags</a:t>
            </a:r>
            <a:r>
              <a:rPr dirty="0" sz="2450" spc="-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uncertain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leads</a:t>
            </a:r>
            <a:r>
              <a:rPr dirty="0" sz="2450" spc="-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for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human </a:t>
            </a:r>
            <a:r>
              <a:rPr dirty="0" sz="2450">
                <a:latin typeface="Times New Roman"/>
                <a:cs typeface="Times New Roman"/>
              </a:rPr>
              <a:t>review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instead</a:t>
            </a:r>
            <a:r>
              <a:rPr dirty="0" sz="2450" spc="-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-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acting</a:t>
            </a:r>
            <a:r>
              <a:rPr dirty="0" sz="2450" spc="-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on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its</a:t>
            </a:r>
            <a:r>
              <a:rPr dirty="0" sz="2450" spc="61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own,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keeping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officers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in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control. </a:t>
            </a:r>
            <a:r>
              <a:rPr dirty="0" sz="2450" spc="-30" b="1">
                <a:latin typeface="Times New Roman"/>
                <a:cs typeface="Times New Roman"/>
              </a:rPr>
              <a:t>Transparent</a:t>
            </a:r>
            <a:r>
              <a:rPr dirty="0" sz="2450" spc="-125" b="1">
                <a:latin typeface="Times New Roman"/>
                <a:cs typeface="Times New Roman"/>
              </a:rPr>
              <a:t> </a:t>
            </a:r>
            <a:r>
              <a:rPr dirty="0" sz="2450" spc="-30" b="1">
                <a:latin typeface="Times New Roman"/>
                <a:cs typeface="Times New Roman"/>
              </a:rPr>
              <a:t>&amp;</a:t>
            </a:r>
            <a:r>
              <a:rPr dirty="0" sz="2450" spc="-140" b="1">
                <a:latin typeface="Times New Roman"/>
                <a:cs typeface="Times New Roman"/>
              </a:rPr>
              <a:t> </a:t>
            </a:r>
            <a:r>
              <a:rPr dirty="0" sz="2450" b="1">
                <a:latin typeface="Times New Roman"/>
                <a:cs typeface="Times New Roman"/>
              </a:rPr>
              <a:t>Auditable:</a:t>
            </a:r>
            <a:r>
              <a:rPr dirty="0" sz="2450" spc="-70" b="1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Every </a:t>
            </a:r>
            <a:r>
              <a:rPr dirty="0" sz="2450">
                <a:latin typeface="Times New Roman"/>
                <a:cs typeface="Times New Roman"/>
              </a:rPr>
              <a:t>finding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is</a:t>
            </a:r>
            <a:r>
              <a:rPr dirty="0" sz="2450" spc="-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logged</a:t>
            </a:r>
            <a:r>
              <a:rPr dirty="0" sz="2450" spc="-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and</a:t>
            </a:r>
            <a:r>
              <a:rPr dirty="0" sz="2450" spc="-6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verifiable, </a:t>
            </a:r>
            <a:r>
              <a:rPr dirty="0" sz="2450">
                <a:latin typeface="Times New Roman"/>
                <a:cs typeface="Times New Roman"/>
              </a:rPr>
              <a:t>making</a:t>
            </a:r>
            <a:r>
              <a:rPr dirty="0" sz="2450" spc="-9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-9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process</a:t>
            </a:r>
            <a:r>
              <a:rPr dirty="0" sz="2450" spc="-9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transparent</a:t>
            </a:r>
            <a:r>
              <a:rPr dirty="0" sz="2450" spc="-90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and </a:t>
            </a:r>
            <a:r>
              <a:rPr dirty="0" sz="2450">
                <a:latin typeface="Times New Roman"/>
                <a:cs typeface="Times New Roman"/>
              </a:rPr>
              <a:t>trustworthy</a:t>
            </a:r>
            <a:r>
              <a:rPr dirty="0" sz="2450" spc="-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for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real</a:t>
            </a:r>
            <a:r>
              <a:rPr dirty="0" sz="2450" spc="-7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casework implementing</a:t>
            </a:r>
            <a:r>
              <a:rPr dirty="0" sz="2450" spc="-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block</a:t>
            </a:r>
            <a:r>
              <a:rPr dirty="0" sz="2450" spc="-6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chain.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25845" y="7046052"/>
            <a:ext cx="5032375" cy="125476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240"/>
              </a:spcBef>
            </a:pPr>
            <a:r>
              <a:rPr dirty="0" sz="2050" spc="-10" b="1">
                <a:latin typeface="Times New Roman"/>
                <a:cs typeface="Times New Roman"/>
              </a:rPr>
              <a:t>Manual</a:t>
            </a:r>
            <a:r>
              <a:rPr dirty="0" sz="2050" spc="-80" b="1">
                <a:latin typeface="Times New Roman"/>
                <a:cs typeface="Times New Roman"/>
              </a:rPr>
              <a:t> </a:t>
            </a:r>
            <a:r>
              <a:rPr dirty="0" sz="2050" spc="-40" b="1">
                <a:latin typeface="Times New Roman"/>
                <a:cs typeface="Times New Roman"/>
              </a:rPr>
              <a:t>Charting</a:t>
            </a:r>
            <a:r>
              <a:rPr dirty="0" sz="2050" spc="-70" b="1">
                <a:latin typeface="Times New Roman"/>
                <a:cs typeface="Times New Roman"/>
              </a:rPr>
              <a:t> </a:t>
            </a:r>
            <a:r>
              <a:rPr dirty="0" sz="950" spc="1225" b="1">
                <a:latin typeface="Arial"/>
                <a:cs typeface="Arial"/>
              </a:rPr>
              <a:t>→</a:t>
            </a:r>
            <a:r>
              <a:rPr dirty="0" sz="950" spc="75" b="1">
                <a:latin typeface="Arial"/>
                <a:cs typeface="Arial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Live</a:t>
            </a:r>
            <a:r>
              <a:rPr dirty="0" sz="2050" spc="-65" b="1">
                <a:latin typeface="Times New Roman"/>
                <a:cs typeface="Times New Roman"/>
              </a:rPr>
              <a:t> </a:t>
            </a:r>
            <a:r>
              <a:rPr dirty="0" sz="2050" spc="-75" b="1">
                <a:latin typeface="Times New Roman"/>
                <a:cs typeface="Times New Roman"/>
              </a:rPr>
              <a:t>Command</a:t>
            </a:r>
            <a:r>
              <a:rPr dirty="0" sz="2050" spc="-50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Centre: </a:t>
            </a:r>
            <a:r>
              <a:rPr dirty="0" sz="2050">
                <a:latin typeface="Times New Roman"/>
                <a:cs typeface="Times New Roman"/>
              </a:rPr>
              <a:t>Replaces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 spc="85">
                <a:latin typeface="Times New Roman"/>
                <a:cs typeface="Times New Roman"/>
              </a:rPr>
              <a:t>hand-</a:t>
            </a:r>
            <a:r>
              <a:rPr dirty="0" sz="2050" spc="55">
                <a:latin typeface="Times New Roman"/>
                <a:cs typeface="Times New Roman"/>
              </a:rPr>
              <a:t>built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link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 spc="65">
                <a:latin typeface="Times New Roman"/>
                <a:cs typeface="Times New Roman"/>
              </a:rPr>
              <a:t>charts(IBM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i2)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with </a:t>
            </a:r>
            <a:r>
              <a:rPr dirty="0" sz="2050" spc="65">
                <a:latin typeface="Times New Roman"/>
                <a:cs typeface="Times New Roman"/>
              </a:rPr>
              <a:t>one</a:t>
            </a:r>
            <a:r>
              <a:rPr dirty="0" sz="2050" spc="85">
                <a:latin typeface="Times New Roman"/>
                <a:cs typeface="Times New Roman"/>
              </a:rPr>
              <a:t> </a:t>
            </a:r>
            <a:r>
              <a:rPr dirty="0" sz="2050" spc="95">
                <a:latin typeface="Times New Roman"/>
                <a:cs typeface="Times New Roman"/>
              </a:rPr>
              <a:t>dashboard</a:t>
            </a:r>
            <a:r>
              <a:rPr dirty="0" sz="2050" spc="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showing</a:t>
            </a:r>
            <a:r>
              <a:rPr dirty="0" sz="2050" spc="90">
                <a:latin typeface="Times New Roman"/>
                <a:cs typeface="Times New Roman"/>
              </a:rPr>
              <a:t> </a:t>
            </a:r>
            <a:r>
              <a:rPr dirty="0" sz="2050" spc="75">
                <a:latin typeface="Times New Roman"/>
                <a:cs typeface="Times New Roman"/>
              </a:rPr>
              <a:t>graph,</a:t>
            </a:r>
            <a:r>
              <a:rPr dirty="0" sz="2050" spc="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time</a:t>
            </a:r>
            <a:r>
              <a:rPr dirty="0" sz="2050" spc="9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line</a:t>
            </a:r>
            <a:r>
              <a:rPr dirty="0" sz="2050" spc="85">
                <a:latin typeface="Times New Roman"/>
                <a:cs typeface="Times New Roman"/>
              </a:rPr>
              <a:t> </a:t>
            </a:r>
            <a:r>
              <a:rPr dirty="0" sz="2050" spc="-50">
                <a:latin typeface="Times New Roman"/>
                <a:cs typeface="Times New Roman"/>
              </a:rPr>
              <a:t>,</a:t>
            </a:r>
            <a:r>
              <a:rPr dirty="0" sz="2050" spc="110">
                <a:latin typeface="Times New Roman"/>
                <a:cs typeface="Times New Roman"/>
              </a:rPr>
              <a:t> and</a:t>
            </a:r>
            <a:r>
              <a:rPr dirty="0" sz="2050" spc="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search</a:t>
            </a:r>
            <a:r>
              <a:rPr dirty="0" sz="2050" spc="1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in</a:t>
            </a:r>
            <a:r>
              <a:rPr dirty="0" sz="2050" spc="14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real</a:t>
            </a:r>
            <a:r>
              <a:rPr dirty="0" sz="2050" spc="140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time.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232280" y="8362905"/>
            <a:ext cx="1737360" cy="954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14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INNOVATION 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UNIQUENESS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56084" y="8693298"/>
            <a:ext cx="5030470" cy="1250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2000" b="1">
                <a:latin typeface="Times New Roman"/>
                <a:cs typeface="Times New Roman"/>
              </a:rPr>
              <a:t>Static</a:t>
            </a:r>
            <a:r>
              <a:rPr dirty="0" sz="2000" spc="-25" b="1">
                <a:latin typeface="Times New Roman"/>
                <a:cs typeface="Times New Roman"/>
              </a:rPr>
              <a:t> Dashboard </a:t>
            </a:r>
            <a:r>
              <a:rPr dirty="0" sz="950" spc="1195" b="1">
                <a:latin typeface="Arial"/>
                <a:cs typeface="Arial"/>
              </a:rPr>
              <a:t>→</a:t>
            </a:r>
            <a:r>
              <a:rPr dirty="0" sz="950" spc="105" b="1">
                <a:latin typeface="Arial"/>
                <a:cs typeface="Arial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Proactive</a:t>
            </a:r>
            <a:r>
              <a:rPr dirty="0" sz="2000" spc="-20" b="1">
                <a:latin typeface="Times New Roman"/>
                <a:cs typeface="Times New Roman"/>
              </a:rPr>
              <a:t> Alerts: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70">
                <a:latin typeface="Times New Roman"/>
                <a:cs typeface="Times New Roman"/>
              </a:rPr>
              <a:t>Instead </a:t>
            </a:r>
            <a:r>
              <a:rPr dirty="0" sz="2000" spc="60">
                <a:latin typeface="Times New Roman"/>
                <a:cs typeface="Times New Roman"/>
              </a:rPr>
              <a:t>of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 spc="55">
                <a:latin typeface="Times New Roman"/>
                <a:cs typeface="Times New Roman"/>
              </a:rPr>
              <a:t>query-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 spc="55">
                <a:latin typeface="Times New Roman"/>
                <a:cs typeface="Times New Roman"/>
              </a:rPr>
              <a:t>only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insights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 spc="70">
                <a:latin typeface="Times New Roman"/>
                <a:cs typeface="Times New Roman"/>
              </a:rPr>
              <a:t>(Palantir-</a:t>
            </a:r>
            <a:r>
              <a:rPr dirty="0" sz="2000">
                <a:latin typeface="Times New Roman"/>
                <a:cs typeface="Times New Roman"/>
              </a:rPr>
              <a:t>style),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 spc="50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114">
                <a:latin typeface="Times New Roman"/>
                <a:cs typeface="Times New Roman"/>
              </a:rPr>
              <a:t> auto </a:t>
            </a:r>
            <a:r>
              <a:rPr dirty="0" sz="2000">
                <a:latin typeface="Times New Roman"/>
                <a:cs typeface="Times New Roman"/>
              </a:rPr>
              <a:t>flags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risky</a:t>
            </a:r>
            <a:r>
              <a:rPr dirty="0" sz="2000" spc="114">
                <a:latin typeface="Times New Roman"/>
                <a:cs typeface="Times New Roman"/>
              </a:rPr>
              <a:t> </a:t>
            </a:r>
            <a:r>
              <a:rPr dirty="0" sz="2000" spc="75">
                <a:latin typeface="Times New Roman"/>
                <a:cs typeface="Times New Roman"/>
              </a:rPr>
              <a:t>transactions</a:t>
            </a:r>
            <a:r>
              <a:rPr dirty="0" sz="2000" spc="12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and </a:t>
            </a:r>
            <a:r>
              <a:rPr dirty="0" sz="2000" spc="35">
                <a:latin typeface="Times New Roman"/>
                <a:cs typeface="Times New Roman"/>
              </a:rPr>
              <a:t>weak </a:t>
            </a:r>
            <a:r>
              <a:rPr dirty="0" sz="2000" spc="65">
                <a:latin typeface="Times New Roman"/>
                <a:cs typeface="Times New Roman"/>
              </a:rPr>
              <a:t>matches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80">
                <a:latin typeface="Times New Roman"/>
                <a:cs typeface="Times New Roman"/>
              </a:rPr>
              <a:t>for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75">
                <a:latin typeface="Times New Roman"/>
                <a:cs typeface="Times New Roman"/>
              </a:rPr>
              <a:t>the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officer.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548483" y="7961534"/>
            <a:ext cx="4564380" cy="118110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254"/>
              </a:spcBef>
            </a:pPr>
            <a:r>
              <a:rPr dirty="0" sz="1950" spc="-20" b="1">
                <a:latin typeface="Times New Roman"/>
                <a:cs typeface="Times New Roman"/>
              </a:rPr>
              <a:t>Analytics</a:t>
            </a:r>
            <a:r>
              <a:rPr dirty="0" sz="1950" spc="-40" b="1">
                <a:latin typeface="Times New Roman"/>
                <a:cs typeface="Times New Roman"/>
              </a:rPr>
              <a:t> </a:t>
            </a:r>
            <a:r>
              <a:rPr dirty="0" sz="900" spc="1170" b="1">
                <a:latin typeface="Arial"/>
                <a:cs typeface="Arial"/>
              </a:rPr>
              <a:t>→</a:t>
            </a:r>
            <a:r>
              <a:rPr dirty="0" sz="900" spc="95" b="1">
                <a:latin typeface="Arial"/>
                <a:cs typeface="Arial"/>
              </a:rPr>
              <a:t> </a:t>
            </a:r>
            <a:r>
              <a:rPr dirty="0" sz="1950" spc="-50" b="1">
                <a:latin typeface="Times New Roman"/>
                <a:cs typeface="Times New Roman"/>
              </a:rPr>
              <a:t>Court-</a:t>
            </a:r>
            <a:r>
              <a:rPr dirty="0" sz="1950" spc="-10" b="1">
                <a:latin typeface="Times New Roman"/>
                <a:cs typeface="Times New Roman"/>
              </a:rPr>
              <a:t>Ready</a:t>
            </a:r>
            <a:r>
              <a:rPr dirty="0" sz="1950" spc="-40" b="1">
                <a:latin typeface="Times New Roman"/>
                <a:cs typeface="Times New Roman"/>
              </a:rPr>
              <a:t> </a:t>
            </a:r>
            <a:r>
              <a:rPr dirty="0" sz="1950" spc="-55" b="1">
                <a:latin typeface="Times New Roman"/>
                <a:cs typeface="Times New Roman"/>
              </a:rPr>
              <a:t>Evidence:</a:t>
            </a:r>
            <a:r>
              <a:rPr dirty="0" sz="1950" spc="-35" b="1">
                <a:latin typeface="Times New Roman"/>
                <a:cs typeface="Times New Roman"/>
              </a:rPr>
              <a:t> </a:t>
            </a:r>
            <a:r>
              <a:rPr dirty="0" sz="1950" spc="40">
                <a:latin typeface="Times New Roman"/>
                <a:cs typeface="Times New Roman"/>
              </a:rPr>
              <a:t>Goes </a:t>
            </a:r>
            <a:r>
              <a:rPr dirty="0" sz="1950" spc="55">
                <a:latin typeface="Times New Roman"/>
                <a:cs typeface="Times New Roman"/>
              </a:rPr>
              <a:t>beyond </a:t>
            </a:r>
            <a:r>
              <a:rPr dirty="0" sz="1950" spc="10">
                <a:latin typeface="Times New Roman"/>
                <a:cs typeface="Times New Roman"/>
              </a:rPr>
              <a:t>visualization by </a:t>
            </a:r>
            <a:r>
              <a:rPr dirty="0" sz="1950" spc="45">
                <a:latin typeface="Times New Roman"/>
                <a:cs typeface="Times New Roman"/>
              </a:rPr>
              <a:t>exporting </a:t>
            </a:r>
            <a:r>
              <a:rPr dirty="0" sz="1950" spc="40">
                <a:latin typeface="Times New Roman"/>
                <a:cs typeface="Times New Roman"/>
              </a:rPr>
              <a:t>citation-</a:t>
            </a:r>
            <a:r>
              <a:rPr dirty="0" sz="1950" spc="60">
                <a:latin typeface="Times New Roman"/>
                <a:cs typeface="Times New Roman"/>
              </a:rPr>
              <a:t>backed</a:t>
            </a:r>
            <a:r>
              <a:rPr dirty="0" sz="1950" spc="90">
                <a:latin typeface="Times New Roman"/>
                <a:cs typeface="Times New Roman"/>
              </a:rPr>
              <a:t> </a:t>
            </a:r>
            <a:r>
              <a:rPr dirty="0" sz="1950" spc="60">
                <a:latin typeface="Times New Roman"/>
                <a:cs typeface="Times New Roman"/>
              </a:rPr>
              <a:t>reports</a:t>
            </a:r>
            <a:r>
              <a:rPr dirty="0" sz="1950" spc="9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directly,</a:t>
            </a:r>
            <a:r>
              <a:rPr dirty="0" sz="1950" spc="95">
                <a:latin typeface="Times New Roman"/>
                <a:cs typeface="Times New Roman"/>
              </a:rPr>
              <a:t> </a:t>
            </a:r>
            <a:r>
              <a:rPr dirty="0" sz="1950" spc="65">
                <a:latin typeface="Times New Roman"/>
                <a:cs typeface="Times New Roman"/>
              </a:rPr>
              <a:t>turning</a:t>
            </a:r>
            <a:r>
              <a:rPr dirty="0" sz="1950" spc="9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leads</a:t>
            </a:r>
            <a:r>
              <a:rPr dirty="0" sz="1950" spc="95">
                <a:latin typeface="Times New Roman"/>
                <a:cs typeface="Times New Roman"/>
              </a:rPr>
              <a:t> </a:t>
            </a:r>
            <a:r>
              <a:rPr dirty="0" sz="1950" spc="50">
                <a:latin typeface="Times New Roman"/>
                <a:cs typeface="Times New Roman"/>
              </a:rPr>
              <a:t>into </a:t>
            </a:r>
            <a:r>
              <a:rPr dirty="0" sz="1950">
                <a:latin typeface="Times New Roman"/>
                <a:cs typeface="Times New Roman"/>
              </a:rPr>
              <a:t>usable</a:t>
            </a:r>
            <a:r>
              <a:rPr dirty="0" sz="1950" spc="2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evidence.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5673958" y="875484"/>
            <a:ext cx="6211570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700">
                <a:uFill>
                  <a:solidFill>
                    <a:srgbClr val="000000"/>
                  </a:solidFill>
                </a:uFill>
              </a:rPr>
              <a:t>How</a:t>
            </a:r>
            <a:r>
              <a:rPr dirty="0" u="sng" sz="3700" spc="-5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700">
                <a:uFill>
                  <a:solidFill>
                    <a:srgbClr val="000000"/>
                  </a:solidFill>
                </a:uFill>
              </a:rPr>
              <a:t>it</a:t>
            </a:r>
            <a:r>
              <a:rPr dirty="0" u="sng" sz="3700" spc="-5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700">
                <a:uFill>
                  <a:solidFill>
                    <a:srgbClr val="000000"/>
                  </a:solidFill>
                </a:uFill>
              </a:rPr>
              <a:t>addresses</a:t>
            </a:r>
            <a:r>
              <a:rPr dirty="0" u="sng" sz="3700" spc="-4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700">
                <a:uFill>
                  <a:solidFill>
                    <a:srgbClr val="000000"/>
                  </a:solidFill>
                </a:uFill>
              </a:rPr>
              <a:t>the</a:t>
            </a:r>
            <a:r>
              <a:rPr dirty="0" u="sng" sz="3700" spc="-14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700" spc="-10">
                <a:uFill>
                  <a:solidFill>
                    <a:srgbClr val="000000"/>
                  </a:solidFill>
                </a:uFill>
              </a:rPr>
              <a:t>problem?</a:t>
            </a:r>
            <a:endParaRPr sz="3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47918" y="885295"/>
            <a:ext cx="48901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TECHNICAL</a:t>
            </a:r>
            <a:r>
              <a:rPr dirty="0" u="sng" sz="3200" spc="-1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APPROACH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044160" cy="9530080"/>
            <a:chOff x="0" y="0"/>
            <a:chExt cx="18044160" cy="9530080"/>
          </a:xfrm>
        </p:grpSpPr>
        <p:sp>
          <p:nvSpPr>
            <p:cNvPr id="4" name="object 4"/>
            <p:cNvSpPr/>
            <p:nvPr/>
          </p:nvSpPr>
          <p:spPr>
            <a:xfrm>
              <a:off x="2317453" y="2628053"/>
              <a:ext cx="5121910" cy="4544060"/>
            </a:xfrm>
            <a:custGeom>
              <a:avLst/>
              <a:gdLst/>
              <a:ahLst/>
              <a:cxnLst/>
              <a:rect l="l" t="t" r="r" b="b"/>
              <a:pathLst>
                <a:path w="5121909" h="4544059">
                  <a:moveTo>
                    <a:pt x="4636038" y="4543844"/>
                  </a:moveTo>
                  <a:lnTo>
                    <a:pt x="485774" y="4543844"/>
                  </a:lnTo>
                  <a:lnTo>
                    <a:pt x="437762" y="4541467"/>
                  </a:lnTo>
                  <a:lnTo>
                    <a:pt x="390562" y="4534424"/>
                  </a:lnTo>
                  <a:lnTo>
                    <a:pt x="344494" y="4522847"/>
                  </a:lnTo>
                  <a:lnTo>
                    <a:pt x="299876" y="4506867"/>
                  </a:lnTo>
                  <a:lnTo>
                    <a:pt x="257028" y="4486617"/>
                  </a:lnTo>
                  <a:lnTo>
                    <a:pt x="216266" y="4462228"/>
                  </a:lnTo>
                  <a:lnTo>
                    <a:pt x="177911" y="4433833"/>
                  </a:lnTo>
                  <a:lnTo>
                    <a:pt x="142280" y="4401564"/>
                  </a:lnTo>
                  <a:lnTo>
                    <a:pt x="110010" y="4365933"/>
                  </a:lnTo>
                  <a:lnTo>
                    <a:pt x="81615" y="4327577"/>
                  </a:lnTo>
                  <a:lnTo>
                    <a:pt x="57227" y="4286816"/>
                  </a:lnTo>
                  <a:lnTo>
                    <a:pt x="36977" y="4243967"/>
                  </a:lnTo>
                  <a:lnTo>
                    <a:pt x="20997" y="4199350"/>
                  </a:lnTo>
                  <a:lnTo>
                    <a:pt x="9420" y="4153282"/>
                  </a:lnTo>
                  <a:lnTo>
                    <a:pt x="2377" y="4106082"/>
                  </a:lnTo>
                  <a:lnTo>
                    <a:pt x="0" y="4058069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636038" y="0"/>
                  </a:lnTo>
                  <a:lnTo>
                    <a:pt x="4684051" y="2377"/>
                  </a:lnTo>
                  <a:lnTo>
                    <a:pt x="4731251" y="9420"/>
                  </a:lnTo>
                  <a:lnTo>
                    <a:pt x="4777319" y="20997"/>
                  </a:lnTo>
                  <a:lnTo>
                    <a:pt x="4821936" y="36977"/>
                  </a:lnTo>
                  <a:lnTo>
                    <a:pt x="4864785" y="57227"/>
                  </a:lnTo>
                  <a:lnTo>
                    <a:pt x="4905546" y="81615"/>
                  </a:lnTo>
                  <a:lnTo>
                    <a:pt x="4943902" y="110010"/>
                  </a:lnTo>
                  <a:lnTo>
                    <a:pt x="4979533" y="142280"/>
                  </a:lnTo>
                  <a:lnTo>
                    <a:pt x="5011803" y="177911"/>
                  </a:lnTo>
                  <a:lnTo>
                    <a:pt x="5040197" y="216266"/>
                  </a:lnTo>
                  <a:lnTo>
                    <a:pt x="5064586" y="257028"/>
                  </a:lnTo>
                  <a:lnTo>
                    <a:pt x="5084836" y="299876"/>
                  </a:lnTo>
                  <a:lnTo>
                    <a:pt x="5100816" y="344494"/>
                  </a:lnTo>
                  <a:lnTo>
                    <a:pt x="5112393" y="390562"/>
                  </a:lnTo>
                  <a:lnTo>
                    <a:pt x="5119436" y="437762"/>
                  </a:lnTo>
                  <a:lnTo>
                    <a:pt x="5121813" y="485774"/>
                  </a:lnTo>
                  <a:lnTo>
                    <a:pt x="5121813" y="4058069"/>
                  </a:lnTo>
                  <a:lnTo>
                    <a:pt x="5119436" y="4106082"/>
                  </a:lnTo>
                  <a:lnTo>
                    <a:pt x="5112393" y="4153282"/>
                  </a:lnTo>
                  <a:lnTo>
                    <a:pt x="5100816" y="4199350"/>
                  </a:lnTo>
                  <a:lnTo>
                    <a:pt x="5084836" y="4243967"/>
                  </a:lnTo>
                  <a:lnTo>
                    <a:pt x="5064586" y="4286816"/>
                  </a:lnTo>
                  <a:lnTo>
                    <a:pt x="5040197" y="4327577"/>
                  </a:lnTo>
                  <a:lnTo>
                    <a:pt x="5011803" y="4365933"/>
                  </a:lnTo>
                  <a:lnTo>
                    <a:pt x="4979533" y="4401564"/>
                  </a:lnTo>
                  <a:lnTo>
                    <a:pt x="4943902" y="4433833"/>
                  </a:lnTo>
                  <a:lnTo>
                    <a:pt x="4905546" y="4462228"/>
                  </a:lnTo>
                  <a:lnTo>
                    <a:pt x="4864785" y="4486617"/>
                  </a:lnTo>
                  <a:lnTo>
                    <a:pt x="4821936" y="4506867"/>
                  </a:lnTo>
                  <a:lnTo>
                    <a:pt x="4777319" y="4522847"/>
                  </a:lnTo>
                  <a:lnTo>
                    <a:pt x="4731251" y="4534424"/>
                  </a:lnTo>
                  <a:lnTo>
                    <a:pt x="4684051" y="4541467"/>
                  </a:lnTo>
                  <a:lnTo>
                    <a:pt x="4636038" y="4543844"/>
                  </a:lnTo>
                  <a:close/>
                </a:path>
              </a:pathLst>
            </a:custGeom>
            <a:solidFill>
              <a:srgbClr val="FAF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17453" y="2628051"/>
              <a:ext cx="5121910" cy="4543425"/>
            </a:xfrm>
            <a:custGeom>
              <a:avLst/>
              <a:gdLst/>
              <a:ahLst/>
              <a:cxnLst/>
              <a:rect l="l" t="t" r="r" b="b"/>
              <a:pathLst>
                <a:path w="5121909" h="4543425">
                  <a:moveTo>
                    <a:pt x="477296" y="4543324"/>
                  </a:moveTo>
                  <a:lnTo>
                    <a:pt x="437779" y="4541471"/>
                  </a:lnTo>
                  <a:lnTo>
                    <a:pt x="390568" y="4534427"/>
                  </a:lnTo>
                  <a:lnTo>
                    <a:pt x="344489" y="4522846"/>
                  </a:lnTo>
                  <a:lnTo>
                    <a:pt x="299862" y="4506861"/>
                  </a:lnTo>
                  <a:lnTo>
                    <a:pt x="257004" y="4486604"/>
                  </a:lnTo>
                  <a:lnTo>
                    <a:pt x="216236" y="4462207"/>
                  </a:lnTo>
                  <a:lnTo>
                    <a:pt x="177875" y="4433802"/>
                  </a:lnTo>
                  <a:lnTo>
                    <a:pt x="142240" y="4401522"/>
                  </a:lnTo>
                  <a:lnTo>
                    <a:pt x="109970" y="4365880"/>
                  </a:lnTo>
                  <a:lnTo>
                    <a:pt x="81576" y="4327513"/>
                  </a:lnTo>
                  <a:lnTo>
                    <a:pt x="57191" y="4286741"/>
                  </a:lnTo>
                  <a:lnTo>
                    <a:pt x="36946" y="4243882"/>
                  </a:lnTo>
                  <a:lnTo>
                    <a:pt x="20973" y="4199256"/>
                  </a:lnTo>
                  <a:lnTo>
                    <a:pt x="9404" y="4153181"/>
                  </a:lnTo>
                  <a:lnTo>
                    <a:pt x="2371" y="4105976"/>
                  </a:lnTo>
                  <a:lnTo>
                    <a:pt x="0" y="4057961"/>
                  </a:lnTo>
                  <a:lnTo>
                    <a:pt x="0" y="485761"/>
                  </a:lnTo>
                  <a:lnTo>
                    <a:pt x="2379" y="437745"/>
                  </a:lnTo>
                  <a:lnTo>
                    <a:pt x="9425" y="390543"/>
                  </a:lnTo>
                  <a:lnTo>
                    <a:pt x="21006" y="344473"/>
                  </a:lnTo>
                  <a:lnTo>
                    <a:pt x="36989" y="299854"/>
                  </a:lnTo>
                  <a:lnTo>
                    <a:pt x="57242" y="257004"/>
                  </a:lnTo>
                  <a:lnTo>
                    <a:pt x="81634" y="216243"/>
                  </a:lnTo>
                  <a:lnTo>
                    <a:pt x="110033" y="177888"/>
                  </a:lnTo>
                  <a:lnTo>
                    <a:pt x="142306" y="142258"/>
                  </a:lnTo>
                  <a:lnTo>
                    <a:pt x="177940" y="109991"/>
                  </a:lnTo>
                  <a:lnTo>
                    <a:pt x="216298" y="81598"/>
                  </a:lnTo>
                  <a:lnTo>
                    <a:pt x="257061" y="57213"/>
                  </a:lnTo>
                  <a:lnTo>
                    <a:pt x="299912" y="36966"/>
                  </a:lnTo>
                  <a:lnTo>
                    <a:pt x="344530" y="20990"/>
                  </a:lnTo>
                  <a:lnTo>
                    <a:pt x="390598" y="9416"/>
                  </a:lnTo>
                  <a:lnTo>
                    <a:pt x="437797" y="2376"/>
                  </a:lnTo>
                  <a:lnTo>
                    <a:pt x="485809" y="0"/>
                  </a:lnTo>
                  <a:lnTo>
                    <a:pt x="4635961" y="1"/>
                  </a:lnTo>
                  <a:lnTo>
                    <a:pt x="4683974" y="2367"/>
                  </a:lnTo>
                  <a:lnTo>
                    <a:pt x="4731175" y="9403"/>
                  </a:lnTo>
                  <a:lnTo>
                    <a:pt x="4777247" y="20973"/>
                  </a:lnTo>
                  <a:lnTo>
                    <a:pt x="4821869" y="36947"/>
                  </a:lnTo>
                  <a:lnTo>
                    <a:pt x="4864723" y="57192"/>
                  </a:lnTo>
                  <a:lnTo>
                    <a:pt x="4905491" y="81576"/>
                  </a:lnTo>
                  <a:lnTo>
                    <a:pt x="4943853" y="109968"/>
                  </a:lnTo>
                  <a:lnTo>
                    <a:pt x="4979492" y="142236"/>
                  </a:lnTo>
                  <a:lnTo>
                    <a:pt x="5011769" y="177868"/>
                  </a:lnTo>
                  <a:lnTo>
                    <a:pt x="5040171" y="216225"/>
                  </a:lnTo>
                  <a:lnTo>
                    <a:pt x="5064567" y="256989"/>
                  </a:lnTo>
                  <a:lnTo>
                    <a:pt x="5084823" y="299843"/>
                  </a:lnTo>
                  <a:lnTo>
                    <a:pt x="5100808" y="344466"/>
                  </a:lnTo>
                  <a:lnTo>
                    <a:pt x="5112389" y="390540"/>
                  </a:lnTo>
                  <a:lnTo>
                    <a:pt x="5119435" y="437747"/>
                  </a:lnTo>
                  <a:lnTo>
                    <a:pt x="5121813" y="485763"/>
                  </a:lnTo>
                  <a:lnTo>
                    <a:pt x="5121818" y="4057966"/>
                  </a:lnTo>
                  <a:lnTo>
                    <a:pt x="5119450" y="4105989"/>
                  </a:lnTo>
                  <a:lnTo>
                    <a:pt x="5112414" y="4153199"/>
                  </a:lnTo>
                  <a:lnTo>
                    <a:pt x="5100841" y="4199279"/>
                  </a:lnTo>
                  <a:lnTo>
                    <a:pt x="5084864" y="4243910"/>
                  </a:lnTo>
                  <a:lnTo>
                    <a:pt x="5064613" y="4286772"/>
                  </a:lnTo>
                  <a:lnTo>
                    <a:pt x="5040222" y="4327546"/>
                  </a:lnTo>
                  <a:lnTo>
                    <a:pt x="5011821" y="4365913"/>
                  </a:lnTo>
                  <a:lnTo>
                    <a:pt x="4979544" y="4401555"/>
                  </a:lnTo>
                  <a:lnTo>
                    <a:pt x="4943904" y="4433833"/>
                  </a:lnTo>
                  <a:lnTo>
                    <a:pt x="4905537" y="4462235"/>
                  </a:lnTo>
                  <a:lnTo>
                    <a:pt x="4864777" y="4486623"/>
                  </a:lnTo>
                  <a:lnTo>
                    <a:pt x="4864710" y="4486493"/>
                  </a:lnTo>
                  <a:lnTo>
                    <a:pt x="4864777" y="4486623"/>
                  </a:lnTo>
                  <a:lnTo>
                    <a:pt x="4821854" y="4506747"/>
                  </a:lnTo>
                  <a:lnTo>
                    <a:pt x="4777238" y="4522726"/>
                  </a:lnTo>
                  <a:lnTo>
                    <a:pt x="4731171" y="4534303"/>
                  </a:lnTo>
                  <a:lnTo>
                    <a:pt x="4683979" y="4541472"/>
                  </a:lnTo>
                  <a:lnTo>
                    <a:pt x="4644515" y="4543300"/>
                  </a:lnTo>
                </a:path>
              </a:pathLst>
            </a:custGeom>
            <a:ln w="9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176" y="1595751"/>
              <a:ext cx="17230724" cy="79343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0129" y="2247"/>
              <a:ext cx="3373746" cy="15935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013934" cy="20243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080832" y="5552588"/>
              <a:ext cx="4937760" cy="3968750"/>
            </a:xfrm>
            <a:custGeom>
              <a:avLst/>
              <a:gdLst/>
              <a:ahLst/>
              <a:cxnLst/>
              <a:rect l="l" t="t" r="r" b="b"/>
              <a:pathLst>
                <a:path w="4937759" h="3968750">
                  <a:moveTo>
                    <a:pt x="4871015" y="3968195"/>
                  </a:moveTo>
                  <a:lnTo>
                    <a:pt x="66674" y="3968195"/>
                  </a:lnTo>
                  <a:lnTo>
                    <a:pt x="40722" y="3962955"/>
                  </a:lnTo>
                  <a:lnTo>
                    <a:pt x="19528" y="3948667"/>
                  </a:lnTo>
                  <a:lnTo>
                    <a:pt x="5239" y="3927473"/>
                  </a:lnTo>
                  <a:lnTo>
                    <a:pt x="0" y="3901520"/>
                  </a:lnTo>
                  <a:lnTo>
                    <a:pt x="0" y="66674"/>
                  </a:lnTo>
                  <a:lnTo>
                    <a:pt x="5239" y="40722"/>
                  </a:lnTo>
                  <a:lnTo>
                    <a:pt x="19528" y="19528"/>
                  </a:lnTo>
                  <a:lnTo>
                    <a:pt x="40722" y="5239"/>
                  </a:lnTo>
                  <a:lnTo>
                    <a:pt x="66674" y="0"/>
                  </a:lnTo>
                  <a:lnTo>
                    <a:pt x="4871015" y="0"/>
                  </a:lnTo>
                  <a:lnTo>
                    <a:pt x="4896967" y="5239"/>
                  </a:lnTo>
                  <a:lnTo>
                    <a:pt x="4918161" y="19528"/>
                  </a:lnTo>
                  <a:lnTo>
                    <a:pt x="4932450" y="40722"/>
                  </a:lnTo>
                  <a:lnTo>
                    <a:pt x="4937690" y="66674"/>
                  </a:lnTo>
                  <a:lnTo>
                    <a:pt x="4937690" y="3901520"/>
                  </a:lnTo>
                  <a:lnTo>
                    <a:pt x="4932450" y="3927473"/>
                  </a:lnTo>
                  <a:lnTo>
                    <a:pt x="4918161" y="3948667"/>
                  </a:lnTo>
                  <a:lnTo>
                    <a:pt x="4896967" y="3962955"/>
                  </a:lnTo>
                  <a:lnTo>
                    <a:pt x="4871015" y="3968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506013" y="230513"/>
            <a:ext cx="987742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Intel-</a:t>
            </a:r>
            <a:r>
              <a:rPr dirty="0"/>
              <a:t>Forge:</a:t>
            </a:r>
            <a:r>
              <a:rPr dirty="0" spc="-50"/>
              <a:t> </a:t>
            </a:r>
            <a:r>
              <a:rPr dirty="0" spc="-20"/>
              <a:t>AI-</a:t>
            </a:r>
            <a:r>
              <a:rPr dirty="0"/>
              <a:t>Powered</a:t>
            </a:r>
            <a:r>
              <a:rPr dirty="0" spc="-50"/>
              <a:t> </a:t>
            </a:r>
            <a:r>
              <a:rPr dirty="0"/>
              <a:t>Criminal</a:t>
            </a:r>
            <a:r>
              <a:rPr dirty="0" spc="-50"/>
              <a:t> </a:t>
            </a:r>
            <a:r>
              <a:rPr dirty="0"/>
              <a:t>Network</a:t>
            </a:r>
            <a:r>
              <a:rPr dirty="0" spc="-50"/>
              <a:t> </a:t>
            </a:r>
            <a:r>
              <a:rPr dirty="0"/>
              <a:t>Analysis</a:t>
            </a:r>
            <a:r>
              <a:rPr dirty="0" spc="-50"/>
              <a:t> </a:t>
            </a:r>
            <a:r>
              <a:rPr dirty="0" spc="-10"/>
              <a:t>System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2953914" y="5516320"/>
            <a:ext cx="5133975" cy="4683760"/>
            <a:chOff x="12953914" y="5516320"/>
            <a:chExt cx="5133975" cy="4683760"/>
          </a:xfrm>
        </p:grpSpPr>
        <p:sp>
          <p:nvSpPr>
            <p:cNvPr id="12" name="object 12"/>
            <p:cNvSpPr/>
            <p:nvPr/>
          </p:nvSpPr>
          <p:spPr>
            <a:xfrm>
              <a:off x="13001539" y="5563947"/>
              <a:ext cx="5036820" cy="4588510"/>
            </a:xfrm>
            <a:custGeom>
              <a:avLst/>
              <a:gdLst/>
              <a:ahLst/>
              <a:cxnLst/>
              <a:rect l="l" t="t" r="r" b="b"/>
              <a:pathLst>
                <a:path w="5036819" h="4588509">
                  <a:moveTo>
                    <a:pt x="4557588" y="4588185"/>
                  </a:moveTo>
                  <a:lnTo>
                    <a:pt x="485775" y="4588185"/>
                  </a:lnTo>
                  <a:lnTo>
                    <a:pt x="437762" y="4585808"/>
                  </a:lnTo>
                  <a:lnTo>
                    <a:pt x="390562" y="4578765"/>
                  </a:lnTo>
                  <a:lnTo>
                    <a:pt x="344494" y="4567187"/>
                  </a:lnTo>
                  <a:lnTo>
                    <a:pt x="299876" y="4551208"/>
                  </a:lnTo>
                  <a:lnTo>
                    <a:pt x="257027" y="4530957"/>
                  </a:lnTo>
                  <a:lnTo>
                    <a:pt x="216266" y="4506569"/>
                  </a:lnTo>
                  <a:lnTo>
                    <a:pt x="177911" y="4478174"/>
                  </a:lnTo>
                  <a:lnTo>
                    <a:pt x="142280" y="4445905"/>
                  </a:lnTo>
                  <a:lnTo>
                    <a:pt x="110010" y="4410274"/>
                  </a:lnTo>
                  <a:lnTo>
                    <a:pt x="81615" y="4371918"/>
                  </a:lnTo>
                  <a:lnTo>
                    <a:pt x="57227" y="4331157"/>
                  </a:lnTo>
                  <a:lnTo>
                    <a:pt x="36977" y="4288308"/>
                  </a:lnTo>
                  <a:lnTo>
                    <a:pt x="20997" y="4243691"/>
                  </a:lnTo>
                  <a:lnTo>
                    <a:pt x="9420" y="4197623"/>
                  </a:lnTo>
                  <a:lnTo>
                    <a:pt x="2377" y="4150423"/>
                  </a:lnTo>
                  <a:lnTo>
                    <a:pt x="0" y="4102410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4557588" y="0"/>
                  </a:lnTo>
                  <a:lnTo>
                    <a:pt x="4605601" y="2377"/>
                  </a:lnTo>
                  <a:lnTo>
                    <a:pt x="4652800" y="9420"/>
                  </a:lnTo>
                  <a:lnTo>
                    <a:pt x="4698868" y="20997"/>
                  </a:lnTo>
                  <a:lnTo>
                    <a:pt x="4743485" y="36977"/>
                  </a:lnTo>
                  <a:lnTo>
                    <a:pt x="4786334" y="57227"/>
                  </a:lnTo>
                  <a:lnTo>
                    <a:pt x="4827096" y="81615"/>
                  </a:lnTo>
                  <a:lnTo>
                    <a:pt x="4865451" y="110010"/>
                  </a:lnTo>
                  <a:lnTo>
                    <a:pt x="4901082" y="142280"/>
                  </a:lnTo>
                  <a:lnTo>
                    <a:pt x="4933352" y="177911"/>
                  </a:lnTo>
                  <a:lnTo>
                    <a:pt x="4961747" y="216266"/>
                  </a:lnTo>
                  <a:lnTo>
                    <a:pt x="4986135" y="257028"/>
                  </a:lnTo>
                  <a:lnTo>
                    <a:pt x="5006385" y="299876"/>
                  </a:lnTo>
                  <a:lnTo>
                    <a:pt x="5022365" y="344494"/>
                  </a:lnTo>
                  <a:lnTo>
                    <a:pt x="5033943" y="390562"/>
                  </a:lnTo>
                  <a:lnTo>
                    <a:pt x="5036250" y="406021"/>
                  </a:lnTo>
                  <a:lnTo>
                    <a:pt x="5036250" y="4182164"/>
                  </a:lnTo>
                  <a:lnTo>
                    <a:pt x="5022365" y="4243691"/>
                  </a:lnTo>
                  <a:lnTo>
                    <a:pt x="5006385" y="4288308"/>
                  </a:lnTo>
                  <a:lnTo>
                    <a:pt x="4986135" y="4331157"/>
                  </a:lnTo>
                  <a:lnTo>
                    <a:pt x="4961747" y="4371918"/>
                  </a:lnTo>
                  <a:lnTo>
                    <a:pt x="4933352" y="4410274"/>
                  </a:lnTo>
                  <a:lnTo>
                    <a:pt x="4901082" y="4445905"/>
                  </a:lnTo>
                  <a:lnTo>
                    <a:pt x="4865451" y="4478174"/>
                  </a:lnTo>
                  <a:lnTo>
                    <a:pt x="4827096" y="4506569"/>
                  </a:lnTo>
                  <a:lnTo>
                    <a:pt x="4786334" y="4530957"/>
                  </a:lnTo>
                  <a:lnTo>
                    <a:pt x="4743485" y="4551208"/>
                  </a:lnTo>
                  <a:lnTo>
                    <a:pt x="4698868" y="4567187"/>
                  </a:lnTo>
                  <a:lnTo>
                    <a:pt x="4652800" y="4578765"/>
                  </a:lnTo>
                  <a:lnTo>
                    <a:pt x="4605601" y="4585808"/>
                  </a:lnTo>
                  <a:lnTo>
                    <a:pt x="4557588" y="4588185"/>
                  </a:lnTo>
                  <a:close/>
                </a:path>
              </a:pathLst>
            </a:custGeom>
            <a:solidFill>
              <a:srgbClr val="FAF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001539" y="5563945"/>
              <a:ext cx="5038725" cy="4588510"/>
            </a:xfrm>
            <a:custGeom>
              <a:avLst/>
              <a:gdLst/>
              <a:ahLst/>
              <a:cxnLst/>
              <a:rect l="l" t="t" r="r" b="b"/>
              <a:pathLst>
                <a:path w="5038725" h="4588509">
                  <a:moveTo>
                    <a:pt x="5038667" y="4165573"/>
                  </a:moveTo>
                  <a:lnTo>
                    <a:pt x="5022390" y="4243624"/>
                  </a:lnTo>
                  <a:lnTo>
                    <a:pt x="5006412" y="4288252"/>
                  </a:lnTo>
                  <a:lnTo>
                    <a:pt x="4986163" y="4331113"/>
                  </a:lnTo>
                  <a:lnTo>
                    <a:pt x="4961772" y="4371885"/>
                  </a:lnTo>
                  <a:lnTo>
                    <a:pt x="4933373" y="4410252"/>
                  </a:lnTo>
                  <a:lnTo>
                    <a:pt x="4901097" y="4445892"/>
                  </a:lnTo>
                  <a:lnTo>
                    <a:pt x="4865458" y="4478170"/>
                  </a:lnTo>
                  <a:lnTo>
                    <a:pt x="4827093" y="4506572"/>
                  </a:lnTo>
                  <a:lnTo>
                    <a:pt x="4786321" y="4530965"/>
                  </a:lnTo>
                  <a:lnTo>
                    <a:pt x="4743461" y="4551218"/>
                  </a:lnTo>
                  <a:lnTo>
                    <a:pt x="4698832" y="4567198"/>
                  </a:lnTo>
                  <a:lnTo>
                    <a:pt x="4652753" y="4578774"/>
                  </a:lnTo>
                  <a:lnTo>
                    <a:pt x="4605542" y="4585813"/>
                  </a:lnTo>
                  <a:lnTo>
                    <a:pt x="4557525" y="4588187"/>
                  </a:lnTo>
                  <a:lnTo>
                    <a:pt x="485806" y="4588188"/>
                  </a:lnTo>
                  <a:lnTo>
                    <a:pt x="437783" y="4585813"/>
                  </a:lnTo>
                  <a:lnTo>
                    <a:pt x="390572" y="4578769"/>
                  </a:lnTo>
                  <a:lnTo>
                    <a:pt x="344494" y="4567189"/>
                  </a:lnTo>
                  <a:lnTo>
                    <a:pt x="299867" y="4551205"/>
                  </a:lnTo>
                  <a:lnTo>
                    <a:pt x="257010" y="4530949"/>
                  </a:lnTo>
                  <a:lnTo>
                    <a:pt x="216241" y="4506553"/>
                  </a:lnTo>
                  <a:lnTo>
                    <a:pt x="177880" y="4478149"/>
                  </a:lnTo>
                  <a:lnTo>
                    <a:pt x="142246" y="4445869"/>
                  </a:lnTo>
                  <a:lnTo>
                    <a:pt x="109974" y="4410228"/>
                  </a:lnTo>
                  <a:lnTo>
                    <a:pt x="81580" y="4371862"/>
                  </a:lnTo>
                  <a:lnTo>
                    <a:pt x="57194" y="4331090"/>
                  </a:lnTo>
                  <a:lnTo>
                    <a:pt x="36948" y="4288232"/>
                  </a:lnTo>
                  <a:lnTo>
                    <a:pt x="20975" y="4243606"/>
                  </a:lnTo>
                  <a:lnTo>
                    <a:pt x="9406" y="4197531"/>
                  </a:lnTo>
                  <a:lnTo>
                    <a:pt x="2372" y="4150325"/>
                  </a:lnTo>
                  <a:lnTo>
                    <a:pt x="0" y="4102311"/>
                  </a:lnTo>
                  <a:lnTo>
                    <a:pt x="0" y="485762"/>
                  </a:lnTo>
                  <a:lnTo>
                    <a:pt x="2379" y="437746"/>
                  </a:lnTo>
                  <a:lnTo>
                    <a:pt x="9425" y="390543"/>
                  </a:lnTo>
                  <a:lnTo>
                    <a:pt x="21005" y="344473"/>
                  </a:lnTo>
                  <a:lnTo>
                    <a:pt x="36988" y="299853"/>
                  </a:lnTo>
                  <a:lnTo>
                    <a:pt x="57242" y="257004"/>
                  </a:lnTo>
                  <a:lnTo>
                    <a:pt x="81634" y="216242"/>
                  </a:lnTo>
                  <a:lnTo>
                    <a:pt x="110033" y="177887"/>
                  </a:lnTo>
                  <a:lnTo>
                    <a:pt x="142306" y="142257"/>
                  </a:lnTo>
                  <a:lnTo>
                    <a:pt x="177941" y="109989"/>
                  </a:lnTo>
                  <a:lnTo>
                    <a:pt x="216299" y="81597"/>
                  </a:lnTo>
                  <a:lnTo>
                    <a:pt x="257063" y="57212"/>
                  </a:lnTo>
                  <a:lnTo>
                    <a:pt x="299914" y="36965"/>
                  </a:lnTo>
                  <a:lnTo>
                    <a:pt x="344532" y="20989"/>
                  </a:lnTo>
                  <a:lnTo>
                    <a:pt x="390601" y="9416"/>
                  </a:lnTo>
                  <a:lnTo>
                    <a:pt x="437800" y="2376"/>
                  </a:lnTo>
                  <a:lnTo>
                    <a:pt x="485812" y="0"/>
                  </a:lnTo>
                  <a:lnTo>
                    <a:pt x="4557525" y="1"/>
                  </a:lnTo>
                  <a:lnTo>
                    <a:pt x="4605538" y="2369"/>
                  </a:lnTo>
                  <a:lnTo>
                    <a:pt x="4652739" y="9406"/>
                  </a:lnTo>
                  <a:lnTo>
                    <a:pt x="4698809" y="20978"/>
                  </a:lnTo>
                  <a:lnTo>
                    <a:pt x="4743430" y="36953"/>
                  </a:lnTo>
                  <a:lnTo>
                    <a:pt x="4786283" y="57198"/>
                  </a:lnTo>
                  <a:lnTo>
                    <a:pt x="4827050" y="81583"/>
                  </a:lnTo>
                  <a:lnTo>
                    <a:pt x="4865411" y="109976"/>
                  </a:lnTo>
                  <a:lnTo>
                    <a:pt x="4901048" y="142244"/>
                  </a:lnTo>
                  <a:lnTo>
                    <a:pt x="4933324" y="177875"/>
                  </a:lnTo>
                  <a:lnTo>
                    <a:pt x="4961725" y="216232"/>
                  </a:lnTo>
                  <a:lnTo>
                    <a:pt x="4986119" y="256996"/>
                  </a:lnTo>
                  <a:lnTo>
                    <a:pt x="5006374" y="299848"/>
                  </a:lnTo>
                  <a:lnTo>
                    <a:pt x="5022358" y="344470"/>
                  </a:lnTo>
                  <a:lnTo>
                    <a:pt x="5033939" y="390543"/>
                  </a:lnTo>
                  <a:lnTo>
                    <a:pt x="5038652" y="422618"/>
                  </a:lnTo>
                </a:path>
              </a:pathLst>
            </a:custGeom>
            <a:ln w="9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64927" y="9017456"/>
              <a:ext cx="857249" cy="857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77987" y="7909269"/>
              <a:ext cx="809624" cy="8096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477761" y="5581226"/>
            <a:ext cx="20910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Tech-</a:t>
            </a:r>
            <a:r>
              <a:rPr dirty="0" u="sng" sz="3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Stack</a:t>
            </a:r>
            <a:r>
              <a:rPr dirty="0" u="sng" sz="3200" spc="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903549" y="9045588"/>
            <a:ext cx="492125" cy="637540"/>
          </a:xfrm>
          <a:custGeom>
            <a:avLst/>
            <a:gdLst/>
            <a:ahLst/>
            <a:cxnLst/>
            <a:rect l="l" t="t" r="r" b="b"/>
            <a:pathLst>
              <a:path w="492125" h="637540">
                <a:moveTo>
                  <a:pt x="31965" y="636269"/>
                </a:moveTo>
                <a:lnTo>
                  <a:pt x="24690" y="636269"/>
                </a:lnTo>
                <a:lnTo>
                  <a:pt x="22420" y="634999"/>
                </a:lnTo>
                <a:lnTo>
                  <a:pt x="8703" y="599439"/>
                </a:lnTo>
                <a:lnTo>
                  <a:pt x="10002" y="575309"/>
                </a:lnTo>
                <a:lnTo>
                  <a:pt x="15614" y="548639"/>
                </a:lnTo>
                <a:lnTo>
                  <a:pt x="25480" y="520699"/>
                </a:lnTo>
                <a:lnTo>
                  <a:pt x="25886" y="520699"/>
                </a:lnTo>
                <a:lnTo>
                  <a:pt x="25654" y="519429"/>
                </a:lnTo>
                <a:lnTo>
                  <a:pt x="20127" y="510539"/>
                </a:lnTo>
                <a:lnTo>
                  <a:pt x="15397" y="501649"/>
                </a:lnTo>
                <a:lnTo>
                  <a:pt x="11464" y="491489"/>
                </a:lnTo>
                <a:lnTo>
                  <a:pt x="8329" y="481329"/>
                </a:lnTo>
                <a:lnTo>
                  <a:pt x="8184" y="481329"/>
                </a:lnTo>
                <a:lnTo>
                  <a:pt x="5375" y="468629"/>
                </a:lnTo>
                <a:lnTo>
                  <a:pt x="3584" y="455929"/>
                </a:lnTo>
                <a:lnTo>
                  <a:pt x="2811" y="443229"/>
                </a:lnTo>
                <a:lnTo>
                  <a:pt x="3011" y="431799"/>
                </a:lnTo>
                <a:lnTo>
                  <a:pt x="3056" y="429259"/>
                </a:lnTo>
                <a:lnTo>
                  <a:pt x="5008" y="410209"/>
                </a:lnTo>
                <a:lnTo>
                  <a:pt x="8807" y="389889"/>
                </a:lnTo>
                <a:lnTo>
                  <a:pt x="14236" y="372109"/>
                </a:lnTo>
                <a:lnTo>
                  <a:pt x="21077" y="354329"/>
                </a:lnTo>
                <a:lnTo>
                  <a:pt x="21424" y="354329"/>
                </a:lnTo>
                <a:lnTo>
                  <a:pt x="15422" y="344169"/>
                </a:lnTo>
                <a:lnTo>
                  <a:pt x="10361" y="332739"/>
                </a:lnTo>
                <a:lnTo>
                  <a:pt x="6239" y="321309"/>
                </a:lnTo>
                <a:lnTo>
                  <a:pt x="3114" y="308609"/>
                </a:lnTo>
                <a:lnTo>
                  <a:pt x="2969" y="308609"/>
                </a:lnTo>
                <a:lnTo>
                  <a:pt x="405" y="289559"/>
                </a:lnTo>
                <a:lnTo>
                  <a:pt x="347" y="287019"/>
                </a:lnTo>
                <a:lnTo>
                  <a:pt x="231" y="281939"/>
                </a:lnTo>
                <a:lnTo>
                  <a:pt x="115" y="276859"/>
                </a:lnTo>
                <a:lnTo>
                  <a:pt x="5664" y="236219"/>
                </a:lnTo>
                <a:lnTo>
                  <a:pt x="22514" y="199389"/>
                </a:lnTo>
                <a:lnTo>
                  <a:pt x="50164" y="170179"/>
                </a:lnTo>
                <a:lnTo>
                  <a:pt x="55553" y="166369"/>
                </a:lnTo>
                <a:lnTo>
                  <a:pt x="53275" y="137159"/>
                </a:lnTo>
                <a:lnTo>
                  <a:pt x="53176" y="135889"/>
                </a:lnTo>
                <a:lnTo>
                  <a:pt x="53057" y="121919"/>
                </a:lnTo>
                <a:lnTo>
                  <a:pt x="52938" y="107949"/>
                </a:lnTo>
                <a:lnTo>
                  <a:pt x="54443" y="87629"/>
                </a:lnTo>
                <a:lnTo>
                  <a:pt x="54538" y="86359"/>
                </a:lnTo>
                <a:lnTo>
                  <a:pt x="54632" y="85089"/>
                </a:lnTo>
                <a:lnTo>
                  <a:pt x="54726" y="83819"/>
                </a:lnTo>
                <a:lnTo>
                  <a:pt x="65624" y="39369"/>
                </a:lnTo>
                <a:lnTo>
                  <a:pt x="96091" y="5079"/>
                </a:lnTo>
                <a:lnTo>
                  <a:pt x="112193" y="0"/>
                </a:lnTo>
                <a:lnTo>
                  <a:pt x="120131" y="0"/>
                </a:lnTo>
                <a:lnTo>
                  <a:pt x="127577" y="2539"/>
                </a:lnTo>
                <a:lnTo>
                  <a:pt x="133835" y="5079"/>
                </a:lnTo>
                <a:lnTo>
                  <a:pt x="139485" y="8889"/>
                </a:lnTo>
                <a:lnTo>
                  <a:pt x="144613" y="15239"/>
                </a:lnTo>
                <a:lnTo>
                  <a:pt x="150767" y="21589"/>
                </a:lnTo>
                <a:lnTo>
                  <a:pt x="156386" y="30479"/>
                </a:lnTo>
                <a:lnTo>
                  <a:pt x="160173" y="38099"/>
                </a:lnTo>
                <a:lnTo>
                  <a:pt x="114105" y="38099"/>
                </a:lnTo>
                <a:lnTo>
                  <a:pt x="110591" y="39369"/>
                </a:lnTo>
                <a:lnTo>
                  <a:pt x="107839" y="41909"/>
                </a:lnTo>
                <a:lnTo>
                  <a:pt x="105761" y="44449"/>
                </a:lnTo>
                <a:lnTo>
                  <a:pt x="105616" y="44449"/>
                </a:lnTo>
                <a:lnTo>
                  <a:pt x="102721" y="49529"/>
                </a:lnTo>
                <a:lnTo>
                  <a:pt x="100054" y="54609"/>
                </a:lnTo>
                <a:lnTo>
                  <a:pt x="97647" y="62229"/>
                </a:lnTo>
                <a:lnTo>
                  <a:pt x="95534" y="68579"/>
                </a:lnTo>
                <a:lnTo>
                  <a:pt x="90758" y="118109"/>
                </a:lnTo>
                <a:lnTo>
                  <a:pt x="90686" y="125729"/>
                </a:lnTo>
                <a:lnTo>
                  <a:pt x="91545" y="142239"/>
                </a:lnTo>
                <a:lnTo>
                  <a:pt x="91611" y="143509"/>
                </a:lnTo>
                <a:lnTo>
                  <a:pt x="91677" y="144779"/>
                </a:lnTo>
                <a:lnTo>
                  <a:pt x="91743" y="146049"/>
                </a:lnTo>
                <a:lnTo>
                  <a:pt x="91810" y="147319"/>
                </a:lnTo>
                <a:lnTo>
                  <a:pt x="91876" y="148589"/>
                </a:lnTo>
                <a:lnTo>
                  <a:pt x="91942" y="149859"/>
                </a:lnTo>
                <a:lnTo>
                  <a:pt x="173905" y="149859"/>
                </a:lnTo>
                <a:lnTo>
                  <a:pt x="162894" y="167639"/>
                </a:lnTo>
                <a:lnTo>
                  <a:pt x="161522" y="171449"/>
                </a:lnTo>
                <a:lnTo>
                  <a:pt x="159218" y="173989"/>
                </a:lnTo>
                <a:lnTo>
                  <a:pt x="152750" y="179069"/>
                </a:lnTo>
                <a:lnTo>
                  <a:pt x="149163" y="180339"/>
                </a:lnTo>
                <a:lnTo>
                  <a:pt x="145221" y="180339"/>
                </a:lnTo>
                <a:lnTo>
                  <a:pt x="123337" y="181609"/>
                </a:lnTo>
                <a:lnTo>
                  <a:pt x="72878" y="200659"/>
                </a:lnTo>
                <a:lnTo>
                  <a:pt x="46991" y="232409"/>
                </a:lnTo>
                <a:lnTo>
                  <a:pt x="37753" y="273049"/>
                </a:lnTo>
                <a:lnTo>
                  <a:pt x="37841" y="276859"/>
                </a:lnTo>
                <a:lnTo>
                  <a:pt x="37958" y="281939"/>
                </a:lnTo>
                <a:lnTo>
                  <a:pt x="38075" y="287019"/>
                </a:lnTo>
                <a:lnTo>
                  <a:pt x="51640" y="331469"/>
                </a:lnTo>
                <a:lnTo>
                  <a:pt x="56886" y="337819"/>
                </a:lnTo>
                <a:lnTo>
                  <a:pt x="57118" y="337819"/>
                </a:lnTo>
                <a:lnTo>
                  <a:pt x="60805" y="342899"/>
                </a:lnTo>
                <a:lnTo>
                  <a:pt x="62608" y="349249"/>
                </a:lnTo>
                <a:lnTo>
                  <a:pt x="62493" y="353059"/>
                </a:lnTo>
                <a:lnTo>
                  <a:pt x="62455" y="354329"/>
                </a:lnTo>
                <a:lnTo>
                  <a:pt x="60276" y="360679"/>
                </a:lnTo>
                <a:lnTo>
                  <a:pt x="53008" y="375919"/>
                </a:lnTo>
                <a:lnTo>
                  <a:pt x="47093" y="393699"/>
                </a:lnTo>
                <a:lnTo>
                  <a:pt x="42895" y="411479"/>
                </a:lnTo>
                <a:lnTo>
                  <a:pt x="40777" y="431799"/>
                </a:lnTo>
                <a:lnTo>
                  <a:pt x="41043" y="443229"/>
                </a:lnTo>
                <a:lnTo>
                  <a:pt x="41161" y="448309"/>
                </a:lnTo>
                <a:lnTo>
                  <a:pt x="51635" y="490219"/>
                </a:lnTo>
                <a:lnTo>
                  <a:pt x="64452" y="507999"/>
                </a:lnTo>
                <a:lnTo>
                  <a:pt x="65891" y="511809"/>
                </a:lnTo>
                <a:lnTo>
                  <a:pt x="66888" y="518159"/>
                </a:lnTo>
                <a:lnTo>
                  <a:pt x="66366" y="521969"/>
                </a:lnTo>
                <a:lnTo>
                  <a:pt x="54462" y="551179"/>
                </a:lnTo>
                <a:lnTo>
                  <a:pt x="48350" y="574039"/>
                </a:lnTo>
                <a:lnTo>
                  <a:pt x="46405" y="595629"/>
                </a:lnTo>
                <a:lnTo>
                  <a:pt x="48542" y="613409"/>
                </a:lnTo>
                <a:lnTo>
                  <a:pt x="49039" y="615949"/>
                </a:lnTo>
                <a:lnTo>
                  <a:pt x="49065" y="618489"/>
                </a:lnTo>
                <a:lnTo>
                  <a:pt x="48172" y="623569"/>
                </a:lnTo>
                <a:lnTo>
                  <a:pt x="47287" y="626109"/>
                </a:lnTo>
                <a:lnTo>
                  <a:pt x="44638" y="629919"/>
                </a:lnTo>
                <a:lnTo>
                  <a:pt x="42972" y="631189"/>
                </a:lnTo>
                <a:lnTo>
                  <a:pt x="38957" y="634999"/>
                </a:lnTo>
                <a:lnTo>
                  <a:pt x="36756" y="634999"/>
                </a:lnTo>
                <a:lnTo>
                  <a:pt x="31965" y="636269"/>
                </a:lnTo>
                <a:close/>
              </a:path>
              <a:path w="492125" h="637540">
                <a:moveTo>
                  <a:pt x="355818" y="100329"/>
                </a:moveTo>
                <a:lnTo>
                  <a:pt x="317662" y="100329"/>
                </a:lnTo>
                <a:lnTo>
                  <a:pt x="319136" y="87629"/>
                </a:lnTo>
                <a:lnTo>
                  <a:pt x="332534" y="41909"/>
                </a:lnTo>
                <a:lnTo>
                  <a:pt x="354145" y="10159"/>
                </a:lnTo>
                <a:lnTo>
                  <a:pt x="381747" y="0"/>
                </a:lnTo>
                <a:lnTo>
                  <a:pt x="389454" y="2539"/>
                </a:lnTo>
                <a:lnTo>
                  <a:pt x="423943" y="31749"/>
                </a:lnTo>
                <a:lnTo>
                  <a:pt x="427704" y="39369"/>
                </a:lnTo>
                <a:lnTo>
                  <a:pt x="378705" y="39369"/>
                </a:lnTo>
                <a:lnTo>
                  <a:pt x="377671" y="40639"/>
                </a:lnTo>
                <a:lnTo>
                  <a:pt x="376735" y="41909"/>
                </a:lnTo>
                <a:lnTo>
                  <a:pt x="373320" y="45719"/>
                </a:lnTo>
                <a:lnTo>
                  <a:pt x="369923" y="50799"/>
                </a:lnTo>
                <a:lnTo>
                  <a:pt x="366652" y="57149"/>
                </a:lnTo>
                <a:lnTo>
                  <a:pt x="363611" y="64769"/>
                </a:lnTo>
                <a:lnTo>
                  <a:pt x="358386" y="83819"/>
                </a:lnTo>
                <a:lnTo>
                  <a:pt x="355818" y="100329"/>
                </a:lnTo>
                <a:close/>
              </a:path>
              <a:path w="492125" h="637540">
                <a:moveTo>
                  <a:pt x="173905" y="149859"/>
                </a:moveTo>
                <a:lnTo>
                  <a:pt x="91942" y="149859"/>
                </a:lnTo>
                <a:lnTo>
                  <a:pt x="101496" y="147319"/>
                </a:lnTo>
                <a:lnTo>
                  <a:pt x="111465" y="144779"/>
                </a:lnTo>
                <a:lnTo>
                  <a:pt x="132618" y="142239"/>
                </a:lnTo>
                <a:lnTo>
                  <a:pt x="132908" y="142239"/>
                </a:lnTo>
                <a:lnTo>
                  <a:pt x="134791" y="139699"/>
                </a:lnTo>
                <a:lnTo>
                  <a:pt x="136211" y="137159"/>
                </a:lnTo>
                <a:lnTo>
                  <a:pt x="137746" y="134619"/>
                </a:lnTo>
                <a:lnTo>
                  <a:pt x="139014" y="119379"/>
                </a:lnTo>
                <a:lnTo>
                  <a:pt x="139119" y="118109"/>
                </a:lnTo>
                <a:lnTo>
                  <a:pt x="139225" y="116839"/>
                </a:lnTo>
                <a:lnTo>
                  <a:pt x="138815" y="107949"/>
                </a:lnTo>
                <a:lnTo>
                  <a:pt x="138698" y="105409"/>
                </a:lnTo>
                <a:lnTo>
                  <a:pt x="138581" y="102869"/>
                </a:lnTo>
                <a:lnTo>
                  <a:pt x="138464" y="100329"/>
                </a:lnTo>
                <a:lnTo>
                  <a:pt x="138405" y="99059"/>
                </a:lnTo>
                <a:lnTo>
                  <a:pt x="135424" y="81279"/>
                </a:lnTo>
                <a:lnTo>
                  <a:pt x="130416" y="63499"/>
                </a:lnTo>
                <a:lnTo>
                  <a:pt x="127363" y="57149"/>
                </a:lnTo>
                <a:lnTo>
                  <a:pt x="124093" y="49529"/>
                </a:lnTo>
                <a:lnTo>
                  <a:pt x="120704" y="44449"/>
                </a:lnTo>
                <a:lnTo>
                  <a:pt x="117292" y="40639"/>
                </a:lnTo>
                <a:lnTo>
                  <a:pt x="116356" y="39369"/>
                </a:lnTo>
                <a:lnTo>
                  <a:pt x="115323" y="38099"/>
                </a:lnTo>
                <a:lnTo>
                  <a:pt x="160173" y="38099"/>
                </a:lnTo>
                <a:lnTo>
                  <a:pt x="172686" y="74929"/>
                </a:lnTo>
                <a:lnTo>
                  <a:pt x="176366" y="100329"/>
                </a:lnTo>
                <a:lnTo>
                  <a:pt x="355818" y="100329"/>
                </a:lnTo>
                <a:lnTo>
                  <a:pt x="355423" y="102869"/>
                </a:lnTo>
                <a:lnTo>
                  <a:pt x="355031" y="116839"/>
                </a:lnTo>
                <a:lnTo>
                  <a:pt x="354995" y="118109"/>
                </a:lnTo>
                <a:lnTo>
                  <a:pt x="253597" y="118109"/>
                </a:lnTo>
                <a:lnTo>
                  <a:pt x="240249" y="119379"/>
                </a:lnTo>
                <a:lnTo>
                  <a:pt x="214277" y="124459"/>
                </a:lnTo>
                <a:lnTo>
                  <a:pt x="191598" y="134619"/>
                </a:lnTo>
                <a:lnTo>
                  <a:pt x="173905" y="149859"/>
                </a:lnTo>
                <a:close/>
              </a:path>
              <a:path w="492125" h="637540">
                <a:moveTo>
                  <a:pt x="439822" y="148589"/>
                </a:moveTo>
                <a:lnTo>
                  <a:pt x="402202" y="148589"/>
                </a:lnTo>
                <a:lnTo>
                  <a:pt x="403222" y="128269"/>
                </a:lnTo>
                <a:lnTo>
                  <a:pt x="403118" y="107949"/>
                </a:lnTo>
                <a:lnTo>
                  <a:pt x="398493" y="69849"/>
                </a:lnTo>
                <a:lnTo>
                  <a:pt x="380009" y="39369"/>
                </a:lnTo>
                <a:lnTo>
                  <a:pt x="427704" y="39369"/>
                </a:lnTo>
                <a:lnTo>
                  <a:pt x="439106" y="83819"/>
                </a:lnTo>
                <a:lnTo>
                  <a:pt x="440991" y="107949"/>
                </a:lnTo>
                <a:lnTo>
                  <a:pt x="440870" y="124459"/>
                </a:lnTo>
                <a:lnTo>
                  <a:pt x="440785" y="135889"/>
                </a:lnTo>
                <a:lnTo>
                  <a:pt x="440304" y="142239"/>
                </a:lnTo>
                <a:lnTo>
                  <a:pt x="440208" y="143509"/>
                </a:lnTo>
                <a:lnTo>
                  <a:pt x="440111" y="144779"/>
                </a:lnTo>
                <a:lnTo>
                  <a:pt x="440015" y="146049"/>
                </a:lnTo>
                <a:lnTo>
                  <a:pt x="439919" y="147319"/>
                </a:lnTo>
                <a:lnTo>
                  <a:pt x="439822" y="148589"/>
                </a:lnTo>
                <a:close/>
              </a:path>
              <a:path w="492125" h="637540">
                <a:moveTo>
                  <a:pt x="317662" y="100329"/>
                </a:moveTo>
                <a:lnTo>
                  <a:pt x="176366" y="100329"/>
                </a:lnTo>
                <a:lnTo>
                  <a:pt x="190456" y="92709"/>
                </a:lnTo>
                <a:lnTo>
                  <a:pt x="205047" y="87629"/>
                </a:lnTo>
                <a:lnTo>
                  <a:pt x="220138" y="83819"/>
                </a:lnTo>
                <a:lnTo>
                  <a:pt x="235729" y="81279"/>
                </a:lnTo>
                <a:lnTo>
                  <a:pt x="256011" y="81279"/>
                </a:lnTo>
                <a:lnTo>
                  <a:pt x="274436" y="83819"/>
                </a:lnTo>
                <a:lnTo>
                  <a:pt x="292208" y="87629"/>
                </a:lnTo>
                <a:lnTo>
                  <a:pt x="309057" y="95249"/>
                </a:lnTo>
                <a:lnTo>
                  <a:pt x="314851" y="97789"/>
                </a:lnTo>
                <a:lnTo>
                  <a:pt x="317662" y="100329"/>
                </a:lnTo>
                <a:close/>
              </a:path>
              <a:path w="492125" h="637540">
                <a:moveTo>
                  <a:pt x="463434" y="637539"/>
                </a:moveTo>
                <a:lnTo>
                  <a:pt x="456059" y="637539"/>
                </a:lnTo>
                <a:lnTo>
                  <a:pt x="453762" y="636269"/>
                </a:lnTo>
                <a:lnTo>
                  <a:pt x="449505" y="633729"/>
                </a:lnTo>
                <a:lnTo>
                  <a:pt x="447707" y="632459"/>
                </a:lnTo>
                <a:lnTo>
                  <a:pt x="444772" y="627379"/>
                </a:lnTo>
                <a:lnTo>
                  <a:pt x="443747" y="626109"/>
                </a:lnTo>
                <a:lnTo>
                  <a:pt x="442582" y="621029"/>
                </a:lnTo>
                <a:lnTo>
                  <a:pt x="442486" y="618489"/>
                </a:lnTo>
                <a:lnTo>
                  <a:pt x="442878" y="615949"/>
                </a:lnTo>
                <a:lnTo>
                  <a:pt x="444743" y="593089"/>
                </a:lnTo>
                <a:lnTo>
                  <a:pt x="443063" y="570229"/>
                </a:lnTo>
                <a:lnTo>
                  <a:pt x="437814" y="548639"/>
                </a:lnTo>
                <a:lnTo>
                  <a:pt x="428972" y="525779"/>
                </a:lnTo>
                <a:lnTo>
                  <a:pt x="426091" y="519429"/>
                </a:lnTo>
                <a:lnTo>
                  <a:pt x="426477" y="513079"/>
                </a:lnTo>
                <a:lnTo>
                  <a:pt x="430130" y="507999"/>
                </a:lnTo>
                <a:lnTo>
                  <a:pt x="430246" y="506729"/>
                </a:lnTo>
                <a:lnTo>
                  <a:pt x="441470" y="487679"/>
                </a:lnTo>
                <a:lnTo>
                  <a:pt x="448984" y="467359"/>
                </a:lnTo>
                <a:lnTo>
                  <a:pt x="452923" y="448309"/>
                </a:lnTo>
                <a:lnTo>
                  <a:pt x="453330" y="431799"/>
                </a:lnTo>
                <a:lnTo>
                  <a:pt x="453424" y="427989"/>
                </a:lnTo>
                <a:lnTo>
                  <a:pt x="451175" y="411479"/>
                </a:lnTo>
                <a:lnTo>
                  <a:pt x="446496" y="394969"/>
                </a:lnTo>
                <a:lnTo>
                  <a:pt x="439486" y="378459"/>
                </a:lnTo>
                <a:lnTo>
                  <a:pt x="430246" y="363219"/>
                </a:lnTo>
                <a:lnTo>
                  <a:pt x="428908" y="360679"/>
                </a:lnTo>
                <a:lnTo>
                  <a:pt x="428009" y="358139"/>
                </a:lnTo>
                <a:lnTo>
                  <a:pt x="427090" y="353059"/>
                </a:lnTo>
                <a:lnTo>
                  <a:pt x="427104" y="351789"/>
                </a:lnTo>
                <a:lnTo>
                  <a:pt x="428080" y="346709"/>
                </a:lnTo>
                <a:lnTo>
                  <a:pt x="429005" y="344169"/>
                </a:lnTo>
                <a:lnTo>
                  <a:pt x="431730" y="340359"/>
                </a:lnTo>
                <a:lnTo>
                  <a:pt x="433428" y="337819"/>
                </a:lnTo>
                <a:lnTo>
                  <a:pt x="452526" y="304799"/>
                </a:lnTo>
                <a:lnTo>
                  <a:pt x="454477" y="284479"/>
                </a:lnTo>
                <a:lnTo>
                  <a:pt x="454585" y="275589"/>
                </a:lnTo>
                <a:lnTo>
                  <a:pt x="444405" y="232409"/>
                </a:lnTo>
                <a:lnTo>
                  <a:pt x="417759" y="198119"/>
                </a:lnTo>
                <a:lnTo>
                  <a:pt x="369342" y="180339"/>
                </a:lnTo>
                <a:lnTo>
                  <a:pt x="341341" y="180339"/>
                </a:lnTo>
                <a:lnTo>
                  <a:pt x="334662" y="176529"/>
                </a:lnTo>
                <a:lnTo>
                  <a:pt x="332160" y="173989"/>
                </a:lnTo>
                <a:lnTo>
                  <a:pt x="330496" y="170179"/>
                </a:lnTo>
                <a:lnTo>
                  <a:pt x="322905" y="156209"/>
                </a:lnTo>
                <a:lnTo>
                  <a:pt x="291587" y="128269"/>
                </a:lnTo>
                <a:lnTo>
                  <a:pt x="253597" y="118109"/>
                </a:lnTo>
                <a:lnTo>
                  <a:pt x="354995" y="118109"/>
                </a:lnTo>
                <a:lnTo>
                  <a:pt x="354888" y="121919"/>
                </a:lnTo>
                <a:lnTo>
                  <a:pt x="356947" y="139699"/>
                </a:lnTo>
                <a:lnTo>
                  <a:pt x="358860" y="143509"/>
                </a:lnTo>
                <a:lnTo>
                  <a:pt x="370513" y="143509"/>
                </a:lnTo>
                <a:lnTo>
                  <a:pt x="391750" y="146049"/>
                </a:lnTo>
                <a:lnTo>
                  <a:pt x="402202" y="148589"/>
                </a:lnTo>
                <a:lnTo>
                  <a:pt x="439822" y="148589"/>
                </a:lnTo>
                <a:lnTo>
                  <a:pt x="438474" y="166369"/>
                </a:lnTo>
                <a:lnTo>
                  <a:pt x="440763" y="168909"/>
                </a:lnTo>
                <a:lnTo>
                  <a:pt x="453192" y="180339"/>
                </a:lnTo>
                <a:lnTo>
                  <a:pt x="348806" y="180339"/>
                </a:lnTo>
                <a:lnTo>
                  <a:pt x="344942" y="181609"/>
                </a:lnTo>
                <a:lnTo>
                  <a:pt x="454573" y="181609"/>
                </a:lnTo>
                <a:lnTo>
                  <a:pt x="455954" y="182879"/>
                </a:lnTo>
                <a:lnTo>
                  <a:pt x="468598" y="198119"/>
                </a:lnTo>
                <a:lnTo>
                  <a:pt x="478645" y="217169"/>
                </a:lnTo>
                <a:lnTo>
                  <a:pt x="486046" y="236219"/>
                </a:lnTo>
                <a:lnTo>
                  <a:pt x="492001" y="269239"/>
                </a:lnTo>
                <a:lnTo>
                  <a:pt x="491876" y="274319"/>
                </a:lnTo>
                <a:lnTo>
                  <a:pt x="491750" y="279399"/>
                </a:lnTo>
                <a:lnTo>
                  <a:pt x="491624" y="284479"/>
                </a:lnTo>
                <a:lnTo>
                  <a:pt x="491499" y="289559"/>
                </a:lnTo>
                <a:lnTo>
                  <a:pt x="491405" y="293369"/>
                </a:lnTo>
                <a:lnTo>
                  <a:pt x="491311" y="297179"/>
                </a:lnTo>
                <a:lnTo>
                  <a:pt x="491185" y="302259"/>
                </a:lnTo>
                <a:lnTo>
                  <a:pt x="483932" y="331469"/>
                </a:lnTo>
                <a:lnTo>
                  <a:pt x="470575" y="355599"/>
                </a:lnTo>
                <a:lnTo>
                  <a:pt x="470054" y="355599"/>
                </a:lnTo>
                <a:lnTo>
                  <a:pt x="478266" y="372109"/>
                </a:lnTo>
                <a:lnTo>
                  <a:pt x="484543" y="389889"/>
                </a:lnTo>
                <a:lnTo>
                  <a:pt x="488849" y="407669"/>
                </a:lnTo>
                <a:lnTo>
                  <a:pt x="491087" y="425449"/>
                </a:lnTo>
                <a:lnTo>
                  <a:pt x="491056" y="431799"/>
                </a:lnTo>
                <a:lnTo>
                  <a:pt x="486720" y="472439"/>
                </a:lnTo>
                <a:lnTo>
                  <a:pt x="467562" y="518159"/>
                </a:lnTo>
                <a:lnTo>
                  <a:pt x="467359" y="519429"/>
                </a:lnTo>
                <a:lnTo>
                  <a:pt x="467649" y="519429"/>
                </a:lnTo>
                <a:lnTo>
                  <a:pt x="476142" y="544829"/>
                </a:lnTo>
                <a:lnTo>
                  <a:pt x="481099" y="570229"/>
                </a:lnTo>
                <a:lnTo>
                  <a:pt x="482503" y="595629"/>
                </a:lnTo>
                <a:lnTo>
                  <a:pt x="480339" y="621029"/>
                </a:lnTo>
                <a:lnTo>
                  <a:pt x="479756" y="624839"/>
                </a:lnTo>
                <a:lnTo>
                  <a:pt x="478893" y="626109"/>
                </a:lnTo>
                <a:lnTo>
                  <a:pt x="476256" y="631189"/>
                </a:lnTo>
                <a:lnTo>
                  <a:pt x="474582" y="632459"/>
                </a:lnTo>
                <a:lnTo>
                  <a:pt x="470525" y="634999"/>
                </a:lnTo>
                <a:lnTo>
                  <a:pt x="468296" y="636269"/>
                </a:lnTo>
                <a:lnTo>
                  <a:pt x="463434" y="637539"/>
                </a:lnTo>
                <a:close/>
              </a:path>
              <a:path w="492125" h="637540">
                <a:moveTo>
                  <a:pt x="244363" y="421639"/>
                </a:moveTo>
                <a:lnTo>
                  <a:pt x="204045" y="416559"/>
                </a:lnTo>
                <a:lnTo>
                  <a:pt x="160235" y="389889"/>
                </a:lnTo>
                <a:lnTo>
                  <a:pt x="144236" y="346709"/>
                </a:lnTo>
                <a:lnTo>
                  <a:pt x="146335" y="331469"/>
                </a:lnTo>
                <a:lnTo>
                  <a:pt x="174830" y="290829"/>
                </a:lnTo>
                <a:lnTo>
                  <a:pt x="226870" y="267969"/>
                </a:lnTo>
                <a:lnTo>
                  <a:pt x="246825" y="266699"/>
                </a:lnTo>
                <a:lnTo>
                  <a:pt x="266706" y="267969"/>
                </a:lnTo>
                <a:lnTo>
                  <a:pt x="285409" y="273049"/>
                </a:lnTo>
                <a:lnTo>
                  <a:pt x="302536" y="280669"/>
                </a:lnTo>
                <a:lnTo>
                  <a:pt x="317691" y="290829"/>
                </a:lnTo>
                <a:lnTo>
                  <a:pt x="318916" y="292099"/>
                </a:lnTo>
                <a:lnTo>
                  <a:pt x="246825" y="292099"/>
                </a:lnTo>
                <a:lnTo>
                  <a:pt x="231715" y="293369"/>
                </a:lnTo>
                <a:lnTo>
                  <a:pt x="191315" y="311149"/>
                </a:lnTo>
                <a:lnTo>
                  <a:pt x="170398" y="346709"/>
                </a:lnTo>
                <a:lnTo>
                  <a:pt x="171529" y="356869"/>
                </a:lnTo>
                <a:lnTo>
                  <a:pt x="199091" y="387349"/>
                </a:lnTo>
                <a:lnTo>
                  <a:pt x="244363" y="396239"/>
                </a:lnTo>
                <a:lnTo>
                  <a:pt x="326245" y="396239"/>
                </a:lnTo>
                <a:lnTo>
                  <a:pt x="313982" y="405129"/>
                </a:lnTo>
                <a:lnTo>
                  <a:pt x="299405" y="412749"/>
                </a:lnTo>
                <a:lnTo>
                  <a:pt x="282779" y="417829"/>
                </a:lnTo>
                <a:lnTo>
                  <a:pt x="264351" y="420369"/>
                </a:lnTo>
                <a:lnTo>
                  <a:pt x="244363" y="421639"/>
                </a:lnTo>
                <a:close/>
              </a:path>
              <a:path w="492125" h="637540">
                <a:moveTo>
                  <a:pt x="123297" y="322579"/>
                </a:moveTo>
                <a:lnTo>
                  <a:pt x="116623" y="322579"/>
                </a:lnTo>
                <a:lnTo>
                  <a:pt x="113416" y="321309"/>
                </a:lnTo>
                <a:lnTo>
                  <a:pt x="94831" y="293369"/>
                </a:lnTo>
                <a:lnTo>
                  <a:pt x="95462" y="290829"/>
                </a:lnTo>
                <a:lnTo>
                  <a:pt x="113407" y="271779"/>
                </a:lnTo>
                <a:lnTo>
                  <a:pt x="119986" y="271779"/>
                </a:lnTo>
                <a:lnTo>
                  <a:pt x="145109" y="299719"/>
                </a:lnTo>
                <a:lnTo>
                  <a:pt x="144474" y="303529"/>
                </a:lnTo>
                <a:lnTo>
                  <a:pt x="123297" y="322579"/>
                </a:lnTo>
                <a:close/>
              </a:path>
              <a:path w="492125" h="637540">
                <a:moveTo>
                  <a:pt x="375556" y="322579"/>
                </a:moveTo>
                <a:lnTo>
                  <a:pt x="368881" y="322579"/>
                </a:lnTo>
                <a:lnTo>
                  <a:pt x="365674" y="321309"/>
                </a:lnTo>
                <a:lnTo>
                  <a:pt x="347089" y="293369"/>
                </a:lnTo>
                <a:lnTo>
                  <a:pt x="347720" y="290829"/>
                </a:lnTo>
                <a:lnTo>
                  <a:pt x="365665" y="271779"/>
                </a:lnTo>
                <a:lnTo>
                  <a:pt x="372216" y="271779"/>
                </a:lnTo>
                <a:lnTo>
                  <a:pt x="397367" y="299719"/>
                </a:lnTo>
                <a:lnTo>
                  <a:pt x="396732" y="303529"/>
                </a:lnTo>
                <a:lnTo>
                  <a:pt x="375556" y="322579"/>
                </a:lnTo>
                <a:close/>
              </a:path>
              <a:path w="492125" h="637540">
                <a:moveTo>
                  <a:pt x="326245" y="396239"/>
                </a:moveTo>
                <a:lnTo>
                  <a:pt x="244363" y="396239"/>
                </a:lnTo>
                <a:lnTo>
                  <a:pt x="261004" y="394969"/>
                </a:lnTo>
                <a:lnTo>
                  <a:pt x="276043" y="392429"/>
                </a:lnTo>
                <a:lnTo>
                  <a:pt x="315507" y="368299"/>
                </a:lnTo>
                <a:lnTo>
                  <a:pt x="320617" y="346709"/>
                </a:lnTo>
                <a:lnTo>
                  <a:pt x="319305" y="337819"/>
                </a:lnTo>
                <a:lnTo>
                  <a:pt x="289425" y="302259"/>
                </a:lnTo>
                <a:lnTo>
                  <a:pt x="246825" y="292099"/>
                </a:lnTo>
                <a:lnTo>
                  <a:pt x="318916" y="292099"/>
                </a:lnTo>
                <a:lnTo>
                  <a:pt x="329940" y="303529"/>
                </a:lnTo>
                <a:lnTo>
                  <a:pt x="339094" y="317499"/>
                </a:lnTo>
                <a:lnTo>
                  <a:pt x="344825" y="331469"/>
                </a:lnTo>
                <a:lnTo>
                  <a:pt x="346807" y="346709"/>
                </a:lnTo>
                <a:lnTo>
                  <a:pt x="344640" y="365759"/>
                </a:lnTo>
                <a:lnTo>
                  <a:pt x="338293" y="380999"/>
                </a:lnTo>
                <a:lnTo>
                  <a:pt x="327997" y="394969"/>
                </a:lnTo>
                <a:lnTo>
                  <a:pt x="326245" y="396239"/>
                </a:lnTo>
                <a:close/>
              </a:path>
              <a:path w="492125" h="637540">
                <a:moveTo>
                  <a:pt x="248139" y="372109"/>
                </a:moveTo>
                <a:lnTo>
                  <a:pt x="242150" y="372109"/>
                </a:lnTo>
                <a:lnTo>
                  <a:pt x="239590" y="370839"/>
                </a:lnTo>
                <a:lnTo>
                  <a:pt x="235338" y="367029"/>
                </a:lnTo>
                <a:lnTo>
                  <a:pt x="234267" y="364489"/>
                </a:lnTo>
                <a:lnTo>
                  <a:pt x="234252" y="347979"/>
                </a:lnTo>
                <a:lnTo>
                  <a:pt x="224221" y="339089"/>
                </a:lnTo>
                <a:lnTo>
                  <a:pt x="222984" y="337819"/>
                </a:lnTo>
                <a:lnTo>
                  <a:pt x="222513" y="332739"/>
                </a:lnTo>
                <a:lnTo>
                  <a:pt x="222395" y="331469"/>
                </a:lnTo>
                <a:lnTo>
                  <a:pt x="223130" y="328929"/>
                </a:lnTo>
                <a:lnTo>
                  <a:pt x="226673" y="325119"/>
                </a:lnTo>
                <a:lnTo>
                  <a:pt x="228957" y="323849"/>
                </a:lnTo>
                <a:lnTo>
                  <a:pt x="237021" y="323849"/>
                </a:lnTo>
                <a:lnTo>
                  <a:pt x="245435" y="330199"/>
                </a:lnTo>
                <a:lnTo>
                  <a:pt x="268400" y="330199"/>
                </a:lnTo>
                <a:lnTo>
                  <a:pt x="269597" y="331469"/>
                </a:lnTo>
                <a:lnTo>
                  <a:pt x="268873" y="337819"/>
                </a:lnTo>
                <a:lnTo>
                  <a:pt x="264498" y="341629"/>
                </a:lnTo>
                <a:lnTo>
                  <a:pt x="256038" y="347979"/>
                </a:lnTo>
                <a:lnTo>
                  <a:pt x="256022" y="364489"/>
                </a:lnTo>
                <a:lnTo>
                  <a:pt x="254951" y="367029"/>
                </a:lnTo>
                <a:lnTo>
                  <a:pt x="250700" y="370839"/>
                </a:lnTo>
                <a:lnTo>
                  <a:pt x="248139" y="372109"/>
                </a:lnTo>
                <a:close/>
              </a:path>
              <a:path w="492125" h="637540">
                <a:moveTo>
                  <a:pt x="268400" y="330199"/>
                </a:moveTo>
                <a:lnTo>
                  <a:pt x="245435" y="330199"/>
                </a:lnTo>
                <a:lnTo>
                  <a:pt x="253984" y="323849"/>
                </a:lnTo>
                <a:lnTo>
                  <a:pt x="261964" y="323849"/>
                </a:lnTo>
                <a:lnTo>
                  <a:pt x="264230" y="325119"/>
                </a:lnTo>
                <a:lnTo>
                  <a:pt x="266005" y="327659"/>
                </a:lnTo>
                <a:lnTo>
                  <a:pt x="268400" y="330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13126350" y="5552588"/>
            <a:ext cx="4923155" cy="4734560"/>
            <a:chOff x="13126350" y="5552588"/>
            <a:chExt cx="4923155" cy="473456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20993" y="5552588"/>
              <a:ext cx="2057399" cy="20573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716983" y="6581274"/>
              <a:ext cx="1666874" cy="16668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61642" y="6042896"/>
              <a:ext cx="990599" cy="9905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391717" y="6593478"/>
              <a:ext cx="1657349" cy="16573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546872" y="7709511"/>
              <a:ext cx="1209674" cy="1209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716983" y="8492437"/>
              <a:ext cx="1904999" cy="17945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126350" y="5905456"/>
              <a:ext cx="1352549" cy="13525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385089" y="7731154"/>
              <a:ext cx="838199" cy="10286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177391" y="6746931"/>
              <a:ext cx="1333499" cy="13334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513827" y="7988244"/>
              <a:ext cx="657224" cy="6572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06013" y="-46954"/>
            <a:ext cx="987742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Intel-</a:t>
            </a:r>
            <a:r>
              <a:rPr dirty="0"/>
              <a:t>Forge:</a:t>
            </a:r>
            <a:r>
              <a:rPr dirty="0" spc="-50"/>
              <a:t> </a:t>
            </a:r>
            <a:r>
              <a:rPr dirty="0" spc="-20"/>
              <a:t>AI-</a:t>
            </a:r>
            <a:r>
              <a:rPr dirty="0"/>
              <a:t>Powered</a:t>
            </a:r>
            <a:r>
              <a:rPr dirty="0" spc="-50"/>
              <a:t> </a:t>
            </a:r>
            <a:r>
              <a:rPr dirty="0"/>
              <a:t>Criminal</a:t>
            </a:r>
            <a:r>
              <a:rPr dirty="0" spc="-50"/>
              <a:t> </a:t>
            </a:r>
            <a:r>
              <a:rPr dirty="0"/>
              <a:t>Network</a:t>
            </a:r>
            <a:r>
              <a:rPr dirty="0" spc="-50"/>
              <a:t> </a:t>
            </a:r>
            <a:r>
              <a:rPr dirty="0"/>
              <a:t>Analysis</a:t>
            </a:r>
            <a:r>
              <a:rPr dirty="0" spc="-50"/>
              <a:t> </a:t>
            </a:r>
            <a:r>
              <a:rPr dirty="0" spc="-1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0129" y="2247"/>
            <a:ext cx="3373746" cy="15935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672017"/>
            <a:ext cx="6658393" cy="51327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036" y="1753764"/>
            <a:ext cx="3535679" cy="854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135"/>
              </a:spcBef>
            </a:pPr>
            <a:r>
              <a:rPr dirty="0" sz="1350" spc="-10" b="1">
                <a:latin typeface="Times New Roman"/>
                <a:cs typeface="Times New Roman"/>
              </a:rPr>
              <a:t>Interagency</a:t>
            </a:r>
            <a:r>
              <a:rPr dirty="0" sz="1350" spc="50" b="1">
                <a:latin typeface="Times New Roman"/>
                <a:cs typeface="Times New Roman"/>
              </a:rPr>
              <a:t> </a:t>
            </a:r>
            <a:r>
              <a:rPr dirty="0" sz="1350" b="1">
                <a:latin typeface="Times New Roman"/>
                <a:cs typeface="Times New Roman"/>
              </a:rPr>
              <a:t>Data</a:t>
            </a:r>
            <a:r>
              <a:rPr dirty="0" sz="1350" spc="55" b="1">
                <a:latin typeface="Times New Roman"/>
                <a:cs typeface="Times New Roman"/>
              </a:rPr>
              <a:t> </a:t>
            </a:r>
            <a:r>
              <a:rPr dirty="0" sz="1350" b="1">
                <a:latin typeface="Times New Roman"/>
                <a:cs typeface="Times New Roman"/>
              </a:rPr>
              <a:t>Access:</a:t>
            </a:r>
            <a:r>
              <a:rPr dirty="0" sz="1350" spc="50" b="1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Pulling</a:t>
            </a:r>
            <a:r>
              <a:rPr dirty="0" sz="1350" spc="55">
                <a:latin typeface="Times New Roman"/>
                <a:cs typeface="Times New Roman"/>
              </a:rPr>
              <a:t> </a:t>
            </a:r>
            <a:r>
              <a:rPr dirty="0" sz="1350" spc="85">
                <a:latin typeface="Times New Roman"/>
                <a:cs typeface="Times New Roman"/>
              </a:rPr>
              <a:t>CDRs,</a:t>
            </a:r>
            <a:r>
              <a:rPr dirty="0" sz="1350" spc="50">
                <a:latin typeface="Times New Roman"/>
                <a:cs typeface="Times New Roman"/>
              </a:rPr>
              <a:t> </a:t>
            </a:r>
            <a:r>
              <a:rPr dirty="0" sz="1350" spc="75">
                <a:latin typeface="Times New Roman"/>
                <a:cs typeface="Times New Roman"/>
              </a:rPr>
              <a:t>FIRs, </a:t>
            </a:r>
            <a:r>
              <a:rPr dirty="0" sz="1350" spc="85">
                <a:latin typeface="Times New Roman"/>
                <a:cs typeface="Times New Roman"/>
              </a:rPr>
              <a:t>and</a:t>
            </a:r>
            <a:r>
              <a:rPr dirty="0" sz="1350" spc="13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financial</a:t>
            </a:r>
            <a:r>
              <a:rPr dirty="0" sz="1350" spc="130">
                <a:latin typeface="Times New Roman"/>
                <a:cs typeface="Times New Roman"/>
              </a:rPr>
              <a:t> </a:t>
            </a:r>
            <a:r>
              <a:rPr dirty="0" sz="1350" spc="45">
                <a:latin typeface="Times New Roman"/>
                <a:cs typeface="Times New Roman"/>
              </a:rPr>
              <a:t>records</a:t>
            </a:r>
            <a:r>
              <a:rPr dirty="0" sz="1350" spc="13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across</a:t>
            </a:r>
            <a:r>
              <a:rPr dirty="0" sz="1350" spc="130">
                <a:latin typeface="Times New Roman"/>
                <a:cs typeface="Times New Roman"/>
              </a:rPr>
              <a:t> </a:t>
            </a:r>
            <a:r>
              <a:rPr dirty="0" sz="1350" spc="55">
                <a:latin typeface="Times New Roman"/>
                <a:cs typeface="Times New Roman"/>
              </a:rPr>
              <a:t>departments</a:t>
            </a:r>
            <a:r>
              <a:rPr dirty="0" sz="1350" spc="13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needs </a:t>
            </a:r>
            <a:r>
              <a:rPr dirty="0" sz="1350" spc="10">
                <a:latin typeface="Times New Roman"/>
                <a:cs typeface="Times New Roman"/>
              </a:rPr>
              <a:t>legal</a:t>
            </a:r>
            <a:r>
              <a:rPr dirty="0" sz="1350" spc="130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clearance</a:t>
            </a:r>
            <a:r>
              <a:rPr dirty="0" sz="1350" spc="130">
                <a:latin typeface="Times New Roman"/>
                <a:cs typeface="Times New Roman"/>
              </a:rPr>
              <a:t> </a:t>
            </a:r>
            <a:r>
              <a:rPr dirty="0" sz="1350" spc="85">
                <a:latin typeface="Times New Roman"/>
                <a:cs typeface="Times New Roman"/>
              </a:rPr>
              <a:t>and</a:t>
            </a:r>
            <a:r>
              <a:rPr dirty="0" sz="1350" spc="130">
                <a:latin typeface="Times New Roman"/>
                <a:cs typeface="Times New Roman"/>
              </a:rPr>
              <a:t> </a:t>
            </a:r>
            <a:r>
              <a:rPr dirty="0" sz="1350" spc="65">
                <a:latin typeface="Times New Roman"/>
                <a:cs typeface="Times New Roman"/>
              </a:rPr>
              <a:t>data-</a:t>
            </a:r>
            <a:r>
              <a:rPr dirty="0" sz="1350" spc="45">
                <a:latin typeface="Times New Roman"/>
                <a:cs typeface="Times New Roman"/>
              </a:rPr>
              <a:t>sharing</a:t>
            </a:r>
            <a:r>
              <a:rPr dirty="0" sz="1350" spc="130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agreements</a:t>
            </a:r>
            <a:r>
              <a:rPr dirty="0" sz="1350" spc="130">
                <a:latin typeface="Times New Roman"/>
                <a:cs typeface="Times New Roman"/>
              </a:rPr>
              <a:t> </a:t>
            </a:r>
            <a:r>
              <a:rPr dirty="0" sz="1350" spc="-50">
                <a:latin typeface="Times New Roman"/>
                <a:cs typeface="Times New Roman"/>
              </a:rPr>
              <a:t>— </a:t>
            </a:r>
            <a:r>
              <a:rPr dirty="0" sz="1350" spc="80">
                <a:latin typeface="Times New Roman"/>
                <a:cs typeface="Times New Roman"/>
              </a:rPr>
              <a:t>not</a:t>
            </a:r>
            <a:r>
              <a:rPr dirty="0" sz="1350" spc="16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just</a:t>
            </a:r>
            <a:r>
              <a:rPr dirty="0" sz="1350" spc="17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technical</a:t>
            </a:r>
            <a:r>
              <a:rPr dirty="0" sz="1350" spc="170">
                <a:latin typeface="Times New Roman"/>
                <a:cs typeface="Times New Roman"/>
              </a:rPr>
              <a:t> </a:t>
            </a:r>
            <a:r>
              <a:rPr dirty="0" sz="1350" spc="40">
                <a:latin typeface="Times New Roman"/>
                <a:cs typeface="Times New Roman"/>
              </a:rPr>
              <a:t>integration.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6850" y="3411759"/>
            <a:ext cx="1498600" cy="6864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153035">
              <a:lnSpc>
                <a:spcPct val="100499"/>
              </a:lnSpc>
              <a:spcBef>
                <a:spcPts val="110"/>
              </a:spcBef>
            </a:pPr>
            <a:r>
              <a:rPr dirty="0" sz="2150" spc="-10" b="1">
                <a:latin typeface="Arial"/>
                <a:cs typeface="Arial"/>
              </a:rPr>
              <a:t>Potential Challenges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17259300" cy="7259955"/>
            <a:chOff x="0" y="0"/>
            <a:chExt cx="17259300" cy="725995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973552" cy="19995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605659" y="694451"/>
              <a:ext cx="5514975" cy="1369695"/>
            </a:xfrm>
            <a:custGeom>
              <a:avLst/>
              <a:gdLst/>
              <a:ahLst/>
              <a:cxnLst/>
              <a:rect l="l" t="t" r="r" b="b"/>
              <a:pathLst>
                <a:path w="5514975" h="1369695">
                  <a:moveTo>
                    <a:pt x="1038299" y="0"/>
                  </a:moveTo>
                  <a:lnTo>
                    <a:pt x="4476608" y="0"/>
                  </a:lnTo>
                  <a:lnTo>
                    <a:pt x="4533571" y="1013"/>
                  </a:lnTo>
                  <a:lnTo>
                    <a:pt x="4589731" y="4019"/>
                  </a:lnTo>
                  <a:lnTo>
                    <a:pt x="4645010" y="8964"/>
                  </a:lnTo>
                  <a:lnTo>
                    <a:pt x="4699328" y="15798"/>
                  </a:lnTo>
                  <a:lnTo>
                    <a:pt x="4752607" y="24467"/>
                  </a:lnTo>
                  <a:lnTo>
                    <a:pt x="4804766" y="34918"/>
                  </a:lnTo>
                  <a:lnTo>
                    <a:pt x="4855727" y="47101"/>
                  </a:lnTo>
                  <a:lnTo>
                    <a:pt x="4905411" y="60963"/>
                  </a:lnTo>
                  <a:lnTo>
                    <a:pt x="4953738" y="76451"/>
                  </a:lnTo>
                  <a:lnTo>
                    <a:pt x="5000629" y="93512"/>
                  </a:lnTo>
                  <a:lnTo>
                    <a:pt x="5046005" y="112096"/>
                  </a:lnTo>
                  <a:lnTo>
                    <a:pt x="5089786" y="132149"/>
                  </a:lnTo>
                  <a:lnTo>
                    <a:pt x="5131894" y="153620"/>
                  </a:lnTo>
                  <a:lnTo>
                    <a:pt x="5172249" y="176456"/>
                  </a:lnTo>
                  <a:lnTo>
                    <a:pt x="5210772" y="200604"/>
                  </a:lnTo>
                  <a:lnTo>
                    <a:pt x="5247384" y="226013"/>
                  </a:lnTo>
                  <a:lnTo>
                    <a:pt x="5282006" y="252631"/>
                  </a:lnTo>
                  <a:lnTo>
                    <a:pt x="5314557" y="280404"/>
                  </a:lnTo>
                  <a:lnTo>
                    <a:pt x="5344960" y="309281"/>
                  </a:lnTo>
                  <a:lnTo>
                    <a:pt x="5373135" y="339209"/>
                  </a:lnTo>
                  <a:lnTo>
                    <a:pt x="5399002" y="370137"/>
                  </a:lnTo>
                  <a:lnTo>
                    <a:pt x="5422483" y="402012"/>
                  </a:lnTo>
                  <a:lnTo>
                    <a:pt x="5443498" y="434781"/>
                  </a:lnTo>
                  <a:lnTo>
                    <a:pt x="5461968" y="468393"/>
                  </a:lnTo>
                  <a:lnTo>
                    <a:pt x="5490957" y="537935"/>
                  </a:lnTo>
                  <a:lnTo>
                    <a:pt x="5508814" y="610219"/>
                  </a:lnTo>
                  <a:lnTo>
                    <a:pt x="5514908" y="684828"/>
                  </a:lnTo>
                  <a:lnTo>
                    <a:pt x="5513371" y="722397"/>
                  </a:lnTo>
                  <a:lnTo>
                    <a:pt x="5501316" y="795896"/>
                  </a:lnTo>
                  <a:lnTo>
                    <a:pt x="5477814" y="866861"/>
                  </a:lnTo>
                  <a:lnTo>
                    <a:pt x="5443498" y="934875"/>
                  </a:lnTo>
                  <a:lnTo>
                    <a:pt x="5422483" y="967644"/>
                  </a:lnTo>
                  <a:lnTo>
                    <a:pt x="5399002" y="999519"/>
                  </a:lnTo>
                  <a:lnTo>
                    <a:pt x="5373135" y="1030446"/>
                  </a:lnTo>
                  <a:lnTo>
                    <a:pt x="5344960" y="1060375"/>
                  </a:lnTo>
                  <a:lnTo>
                    <a:pt x="5314557" y="1089252"/>
                  </a:lnTo>
                  <a:lnTo>
                    <a:pt x="5282006" y="1117025"/>
                  </a:lnTo>
                  <a:lnTo>
                    <a:pt x="5247384" y="1143642"/>
                  </a:lnTo>
                  <a:lnTo>
                    <a:pt x="5210772" y="1169051"/>
                  </a:lnTo>
                  <a:lnTo>
                    <a:pt x="5172249" y="1193200"/>
                  </a:lnTo>
                  <a:lnTo>
                    <a:pt x="5131894" y="1216036"/>
                  </a:lnTo>
                  <a:lnTo>
                    <a:pt x="5089786" y="1237506"/>
                  </a:lnTo>
                  <a:lnTo>
                    <a:pt x="5046005" y="1257560"/>
                  </a:lnTo>
                  <a:lnTo>
                    <a:pt x="5000629" y="1276143"/>
                  </a:lnTo>
                  <a:lnTo>
                    <a:pt x="4953738" y="1293205"/>
                  </a:lnTo>
                  <a:lnTo>
                    <a:pt x="4905411" y="1308693"/>
                  </a:lnTo>
                  <a:lnTo>
                    <a:pt x="4855727" y="1322555"/>
                  </a:lnTo>
                  <a:lnTo>
                    <a:pt x="4804766" y="1334737"/>
                  </a:lnTo>
                  <a:lnTo>
                    <a:pt x="4752607" y="1345189"/>
                  </a:lnTo>
                  <a:lnTo>
                    <a:pt x="4699328" y="1353858"/>
                  </a:lnTo>
                  <a:lnTo>
                    <a:pt x="4645010" y="1360691"/>
                  </a:lnTo>
                  <a:lnTo>
                    <a:pt x="4589731" y="1365637"/>
                  </a:lnTo>
                  <a:lnTo>
                    <a:pt x="4533571" y="1368643"/>
                  </a:lnTo>
                  <a:lnTo>
                    <a:pt x="4476608" y="1369656"/>
                  </a:lnTo>
                  <a:lnTo>
                    <a:pt x="1038299" y="1369656"/>
                  </a:lnTo>
                  <a:lnTo>
                    <a:pt x="981336" y="1368643"/>
                  </a:lnTo>
                  <a:lnTo>
                    <a:pt x="925176" y="1365637"/>
                  </a:lnTo>
                  <a:lnTo>
                    <a:pt x="869897" y="1360691"/>
                  </a:lnTo>
                  <a:lnTo>
                    <a:pt x="815579" y="1353858"/>
                  </a:lnTo>
                  <a:lnTo>
                    <a:pt x="762300" y="1345189"/>
                  </a:lnTo>
                  <a:lnTo>
                    <a:pt x="710141" y="1334737"/>
                  </a:lnTo>
                  <a:lnTo>
                    <a:pt x="659180" y="1322555"/>
                  </a:lnTo>
                  <a:lnTo>
                    <a:pt x="609496" y="1308693"/>
                  </a:lnTo>
                  <a:lnTo>
                    <a:pt x="561169" y="1293205"/>
                  </a:lnTo>
                  <a:lnTo>
                    <a:pt x="514278" y="1276143"/>
                  </a:lnTo>
                  <a:lnTo>
                    <a:pt x="468902" y="1257560"/>
                  </a:lnTo>
                  <a:lnTo>
                    <a:pt x="425121" y="1237506"/>
                  </a:lnTo>
                  <a:lnTo>
                    <a:pt x="383013" y="1216036"/>
                  </a:lnTo>
                  <a:lnTo>
                    <a:pt x="342658" y="1193200"/>
                  </a:lnTo>
                  <a:lnTo>
                    <a:pt x="304135" y="1169051"/>
                  </a:lnTo>
                  <a:lnTo>
                    <a:pt x="267523" y="1143642"/>
                  </a:lnTo>
                  <a:lnTo>
                    <a:pt x="232901" y="1117025"/>
                  </a:lnTo>
                  <a:lnTo>
                    <a:pt x="200350" y="1089252"/>
                  </a:lnTo>
                  <a:lnTo>
                    <a:pt x="169947" y="1060375"/>
                  </a:lnTo>
                  <a:lnTo>
                    <a:pt x="141772" y="1030446"/>
                  </a:lnTo>
                  <a:lnTo>
                    <a:pt x="115905" y="999519"/>
                  </a:lnTo>
                  <a:lnTo>
                    <a:pt x="92424" y="967644"/>
                  </a:lnTo>
                  <a:lnTo>
                    <a:pt x="71409" y="934875"/>
                  </a:lnTo>
                  <a:lnTo>
                    <a:pt x="52939" y="901263"/>
                  </a:lnTo>
                  <a:lnTo>
                    <a:pt x="23951" y="831721"/>
                  </a:lnTo>
                  <a:lnTo>
                    <a:pt x="6093" y="759437"/>
                  </a:lnTo>
                  <a:lnTo>
                    <a:pt x="0" y="684828"/>
                  </a:lnTo>
                  <a:lnTo>
                    <a:pt x="1536" y="647259"/>
                  </a:lnTo>
                  <a:lnTo>
                    <a:pt x="13591" y="573760"/>
                  </a:lnTo>
                  <a:lnTo>
                    <a:pt x="37093" y="502795"/>
                  </a:lnTo>
                  <a:lnTo>
                    <a:pt x="71409" y="434781"/>
                  </a:lnTo>
                  <a:lnTo>
                    <a:pt x="92424" y="402012"/>
                  </a:lnTo>
                  <a:lnTo>
                    <a:pt x="115905" y="370137"/>
                  </a:lnTo>
                  <a:lnTo>
                    <a:pt x="141772" y="339209"/>
                  </a:lnTo>
                  <a:lnTo>
                    <a:pt x="169947" y="309281"/>
                  </a:lnTo>
                  <a:lnTo>
                    <a:pt x="200350" y="280404"/>
                  </a:lnTo>
                  <a:lnTo>
                    <a:pt x="232901" y="252631"/>
                  </a:lnTo>
                  <a:lnTo>
                    <a:pt x="267523" y="226013"/>
                  </a:lnTo>
                  <a:lnTo>
                    <a:pt x="304135" y="200604"/>
                  </a:lnTo>
                  <a:lnTo>
                    <a:pt x="342658" y="176456"/>
                  </a:lnTo>
                  <a:lnTo>
                    <a:pt x="383013" y="153620"/>
                  </a:lnTo>
                  <a:lnTo>
                    <a:pt x="425121" y="132150"/>
                  </a:lnTo>
                  <a:lnTo>
                    <a:pt x="468902" y="112096"/>
                  </a:lnTo>
                  <a:lnTo>
                    <a:pt x="514278" y="93512"/>
                  </a:lnTo>
                  <a:lnTo>
                    <a:pt x="561169" y="76451"/>
                  </a:lnTo>
                  <a:lnTo>
                    <a:pt x="609496" y="60963"/>
                  </a:lnTo>
                  <a:lnTo>
                    <a:pt x="659180" y="47101"/>
                  </a:lnTo>
                  <a:lnTo>
                    <a:pt x="710141" y="34918"/>
                  </a:lnTo>
                  <a:lnTo>
                    <a:pt x="762300" y="24467"/>
                  </a:lnTo>
                  <a:lnTo>
                    <a:pt x="815579" y="15798"/>
                  </a:lnTo>
                  <a:lnTo>
                    <a:pt x="869897" y="8964"/>
                  </a:lnTo>
                  <a:lnTo>
                    <a:pt x="925176" y="4019"/>
                  </a:lnTo>
                  <a:lnTo>
                    <a:pt x="981336" y="1013"/>
                  </a:lnTo>
                  <a:lnTo>
                    <a:pt x="1038299" y="0"/>
                  </a:lnTo>
                  <a:close/>
                </a:path>
              </a:pathLst>
            </a:custGeom>
            <a:solidFill>
              <a:srgbClr val="DBE6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3715" y="1715022"/>
              <a:ext cx="12015375" cy="55444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44282" y="1649221"/>
              <a:ext cx="1159510" cy="846455"/>
            </a:xfrm>
            <a:custGeom>
              <a:avLst/>
              <a:gdLst/>
              <a:ahLst/>
              <a:cxnLst/>
              <a:rect l="l" t="t" r="r" b="b"/>
              <a:pathLst>
                <a:path w="1159509" h="846455">
                  <a:moveTo>
                    <a:pt x="24257" y="805129"/>
                  </a:moveTo>
                  <a:lnTo>
                    <a:pt x="3632" y="803376"/>
                  </a:lnTo>
                  <a:lnTo>
                    <a:pt x="0" y="846035"/>
                  </a:lnTo>
                  <a:lnTo>
                    <a:pt x="20764" y="846201"/>
                  </a:lnTo>
                  <a:lnTo>
                    <a:pt x="24257" y="805129"/>
                  </a:lnTo>
                  <a:close/>
                </a:path>
                <a:path w="1159509" h="846455">
                  <a:moveTo>
                    <a:pt x="37299" y="726655"/>
                  </a:moveTo>
                  <a:lnTo>
                    <a:pt x="16954" y="721741"/>
                  </a:lnTo>
                  <a:lnTo>
                    <a:pt x="14262" y="731342"/>
                  </a:lnTo>
                  <a:lnTo>
                    <a:pt x="12280" y="741438"/>
                  </a:lnTo>
                  <a:lnTo>
                    <a:pt x="10579" y="751865"/>
                  </a:lnTo>
                  <a:lnTo>
                    <a:pt x="8699" y="762419"/>
                  </a:lnTo>
                  <a:lnTo>
                    <a:pt x="29197" y="765759"/>
                  </a:lnTo>
                  <a:lnTo>
                    <a:pt x="31038" y="755446"/>
                  </a:lnTo>
                  <a:lnTo>
                    <a:pt x="32702" y="745566"/>
                  </a:lnTo>
                  <a:lnTo>
                    <a:pt x="34645" y="736003"/>
                  </a:lnTo>
                  <a:lnTo>
                    <a:pt x="37299" y="726655"/>
                  </a:lnTo>
                  <a:close/>
                </a:path>
                <a:path w="1159509" h="846455">
                  <a:moveTo>
                    <a:pt x="56845" y="647141"/>
                  </a:moveTo>
                  <a:lnTo>
                    <a:pt x="25196" y="681062"/>
                  </a:lnTo>
                  <a:lnTo>
                    <a:pt x="45554" y="685977"/>
                  </a:lnTo>
                  <a:lnTo>
                    <a:pt x="48564" y="675767"/>
                  </a:lnTo>
                  <a:lnTo>
                    <a:pt x="51244" y="665962"/>
                  </a:lnTo>
                  <a:lnTo>
                    <a:pt x="53898" y="656475"/>
                  </a:lnTo>
                  <a:lnTo>
                    <a:pt x="56845" y="647141"/>
                  </a:lnTo>
                  <a:close/>
                </a:path>
                <a:path w="1159509" h="846455">
                  <a:moveTo>
                    <a:pt x="85763" y="570026"/>
                  </a:moveTo>
                  <a:lnTo>
                    <a:pt x="51219" y="600519"/>
                  </a:lnTo>
                  <a:lnTo>
                    <a:pt x="69850" y="606869"/>
                  </a:lnTo>
                  <a:lnTo>
                    <a:pt x="73990" y="597446"/>
                  </a:lnTo>
                  <a:lnTo>
                    <a:pt x="77851" y="587857"/>
                  </a:lnTo>
                  <a:lnTo>
                    <a:pt x="81686" y="578561"/>
                  </a:lnTo>
                  <a:lnTo>
                    <a:pt x="85763" y="570026"/>
                  </a:lnTo>
                  <a:close/>
                </a:path>
                <a:path w="1159509" h="846455">
                  <a:moveTo>
                    <a:pt x="121018" y="493445"/>
                  </a:moveTo>
                  <a:lnTo>
                    <a:pt x="87845" y="512876"/>
                  </a:lnTo>
                  <a:lnTo>
                    <a:pt x="83439" y="522084"/>
                  </a:lnTo>
                  <a:lnTo>
                    <a:pt x="101803" y="531596"/>
                  </a:lnTo>
                  <a:lnTo>
                    <a:pt x="106426" y="522414"/>
                  </a:lnTo>
                  <a:lnTo>
                    <a:pt x="111366" y="513118"/>
                  </a:lnTo>
                  <a:lnTo>
                    <a:pt x="116319" y="503516"/>
                  </a:lnTo>
                  <a:lnTo>
                    <a:pt x="121018" y="493445"/>
                  </a:lnTo>
                  <a:close/>
                </a:path>
                <a:path w="1159509" h="846455">
                  <a:moveTo>
                    <a:pt x="162229" y="422135"/>
                  </a:moveTo>
                  <a:lnTo>
                    <a:pt x="145580" y="411175"/>
                  </a:lnTo>
                  <a:lnTo>
                    <a:pt x="123329" y="447484"/>
                  </a:lnTo>
                  <a:lnTo>
                    <a:pt x="141554" y="458584"/>
                  </a:lnTo>
                  <a:lnTo>
                    <a:pt x="147205" y="449516"/>
                  </a:lnTo>
                  <a:lnTo>
                    <a:pt x="152438" y="441007"/>
                  </a:lnTo>
                  <a:lnTo>
                    <a:pt x="157530" y="431965"/>
                  </a:lnTo>
                  <a:lnTo>
                    <a:pt x="162229" y="422135"/>
                  </a:lnTo>
                  <a:close/>
                </a:path>
                <a:path w="1159509" h="846455">
                  <a:moveTo>
                    <a:pt x="212420" y="357962"/>
                  </a:moveTo>
                  <a:lnTo>
                    <a:pt x="195910" y="345427"/>
                  </a:lnTo>
                  <a:lnTo>
                    <a:pt x="189496" y="353263"/>
                  </a:lnTo>
                  <a:lnTo>
                    <a:pt x="183375" y="361264"/>
                  </a:lnTo>
                  <a:lnTo>
                    <a:pt x="170751" y="378294"/>
                  </a:lnTo>
                  <a:lnTo>
                    <a:pt x="187261" y="390842"/>
                  </a:lnTo>
                  <a:lnTo>
                    <a:pt x="193078" y="382066"/>
                  </a:lnTo>
                  <a:lnTo>
                    <a:pt x="199288" y="373761"/>
                  </a:lnTo>
                  <a:lnTo>
                    <a:pt x="205790" y="365785"/>
                  </a:lnTo>
                  <a:lnTo>
                    <a:pt x="212420" y="357962"/>
                  </a:lnTo>
                  <a:close/>
                </a:path>
                <a:path w="1159509" h="846455">
                  <a:moveTo>
                    <a:pt x="268820" y="295910"/>
                  </a:moveTo>
                  <a:lnTo>
                    <a:pt x="254025" y="281927"/>
                  </a:lnTo>
                  <a:lnTo>
                    <a:pt x="246214" y="289610"/>
                  </a:lnTo>
                  <a:lnTo>
                    <a:pt x="238544" y="297319"/>
                  </a:lnTo>
                  <a:lnTo>
                    <a:pt x="231165" y="305054"/>
                  </a:lnTo>
                  <a:lnTo>
                    <a:pt x="224243" y="312813"/>
                  </a:lnTo>
                  <a:lnTo>
                    <a:pt x="239039" y="326809"/>
                  </a:lnTo>
                  <a:lnTo>
                    <a:pt x="245960" y="319036"/>
                  </a:lnTo>
                  <a:lnTo>
                    <a:pt x="253326" y="311302"/>
                  </a:lnTo>
                  <a:lnTo>
                    <a:pt x="260997" y="303606"/>
                  </a:lnTo>
                  <a:lnTo>
                    <a:pt x="268820" y="295910"/>
                  </a:lnTo>
                  <a:close/>
                </a:path>
                <a:path w="1159509" h="846455">
                  <a:moveTo>
                    <a:pt x="327863" y="240449"/>
                  </a:moveTo>
                  <a:lnTo>
                    <a:pt x="314782" y="225018"/>
                  </a:lnTo>
                  <a:lnTo>
                    <a:pt x="299300" y="238023"/>
                  </a:lnTo>
                  <a:lnTo>
                    <a:pt x="294005" y="243941"/>
                  </a:lnTo>
                  <a:lnTo>
                    <a:pt x="283679" y="252615"/>
                  </a:lnTo>
                  <a:lnTo>
                    <a:pt x="298335" y="268185"/>
                  </a:lnTo>
                  <a:lnTo>
                    <a:pt x="308660" y="259511"/>
                  </a:lnTo>
                  <a:lnTo>
                    <a:pt x="312369" y="253453"/>
                  </a:lnTo>
                  <a:lnTo>
                    <a:pt x="327863" y="240449"/>
                  </a:lnTo>
                  <a:close/>
                </a:path>
                <a:path w="1159509" h="846455">
                  <a:moveTo>
                    <a:pt x="395871" y="192112"/>
                  </a:moveTo>
                  <a:lnTo>
                    <a:pt x="384530" y="175234"/>
                  </a:lnTo>
                  <a:lnTo>
                    <a:pt x="375615" y="181394"/>
                  </a:lnTo>
                  <a:lnTo>
                    <a:pt x="357847" y="193103"/>
                  </a:lnTo>
                  <a:lnTo>
                    <a:pt x="348932" y="199263"/>
                  </a:lnTo>
                  <a:lnTo>
                    <a:pt x="361861" y="216281"/>
                  </a:lnTo>
                  <a:lnTo>
                    <a:pt x="369798" y="210705"/>
                  </a:lnTo>
                  <a:lnTo>
                    <a:pt x="395871" y="192112"/>
                  </a:lnTo>
                  <a:close/>
                </a:path>
                <a:path w="1159509" h="846455">
                  <a:moveTo>
                    <a:pt x="466394" y="151942"/>
                  </a:moveTo>
                  <a:lnTo>
                    <a:pt x="456768" y="133616"/>
                  </a:lnTo>
                  <a:lnTo>
                    <a:pt x="447687" y="138823"/>
                  </a:lnTo>
                  <a:lnTo>
                    <a:pt x="428929" y="149161"/>
                  </a:lnTo>
                  <a:lnTo>
                    <a:pt x="419849" y="154355"/>
                  </a:lnTo>
                  <a:lnTo>
                    <a:pt x="431063" y="172821"/>
                  </a:lnTo>
                  <a:lnTo>
                    <a:pt x="466394" y="151942"/>
                  </a:lnTo>
                  <a:close/>
                </a:path>
                <a:path w="1159509" h="846455">
                  <a:moveTo>
                    <a:pt x="542721" y="118643"/>
                  </a:moveTo>
                  <a:lnTo>
                    <a:pt x="534822" y="98869"/>
                  </a:lnTo>
                  <a:lnTo>
                    <a:pt x="525119" y="103073"/>
                  </a:lnTo>
                  <a:lnTo>
                    <a:pt x="506272" y="112115"/>
                  </a:lnTo>
                  <a:lnTo>
                    <a:pt x="496582" y="116306"/>
                  </a:lnTo>
                  <a:lnTo>
                    <a:pt x="504621" y="134505"/>
                  </a:lnTo>
                  <a:lnTo>
                    <a:pt x="513651" y="130263"/>
                  </a:lnTo>
                  <a:lnTo>
                    <a:pt x="523125" y="125933"/>
                  </a:lnTo>
                  <a:lnTo>
                    <a:pt x="532879" y="121907"/>
                  </a:lnTo>
                  <a:lnTo>
                    <a:pt x="542721" y="118643"/>
                  </a:lnTo>
                  <a:close/>
                </a:path>
                <a:path w="1159509" h="846455">
                  <a:moveTo>
                    <a:pt x="620242" y="90208"/>
                  </a:moveTo>
                  <a:lnTo>
                    <a:pt x="613918" y="70573"/>
                  </a:lnTo>
                  <a:lnTo>
                    <a:pt x="604088" y="73342"/>
                  </a:lnTo>
                  <a:lnTo>
                    <a:pt x="594258" y="76263"/>
                  </a:lnTo>
                  <a:lnTo>
                    <a:pt x="584403" y="79476"/>
                  </a:lnTo>
                  <a:lnTo>
                    <a:pt x="574497" y="83134"/>
                  </a:lnTo>
                  <a:lnTo>
                    <a:pt x="580821" y="102781"/>
                  </a:lnTo>
                  <a:lnTo>
                    <a:pt x="590638" y="99999"/>
                  </a:lnTo>
                  <a:lnTo>
                    <a:pt x="600481" y="97078"/>
                  </a:lnTo>
                  <a:lnTo>
                    <a:pt x="610336" y="93865"/>
                  </a:lnTo>
                  <a:lnTo>
                    <a:pt x="620242" y="90208"/>
                  </a:lnTo>
                  <a:close/>
                </a:path>
                <a:path w="1159509" h="846455">
                  <a:moveTo>
                    <a:pt x="699985" y="73101"/>
                  </a:moveTo>
                  <a:lnTo>
                    <a:pt x="695388" y="52019"/>
                  </a:lnTo>
                  <a:lnTo>
                    <a:pt x="685330" y="54508"/>
                  </a:lnTo>
                  <a:lnTo>
                    <a:pt x="664692" y="58813"/>
                  </a:lnTo>
                  <a:lnTo>
                    <a:pt x="654646" y="61302"/>
                  </a:lnTo>
                  <a:lnTo>
                    <a:pt x="659384" y="80797"/>
                  </a:lnTo>
                  <a:lnTo>
                    <a:pt x="669455" y="78117"/>
                  </a:lnTo>
                  <a:lnTo>
                    <a:pt x="679780" y="75768"/>
                  </a:lnTo>
                  <a:lnTo>
                    <a:pt x="690067" y="74002"/>
                  </a:lnTo>
                  <a:lnTo>
                    <a:pt x="699985" y="73101"/>
                  </a:lnTo>
                  <a:close/>
                </a:path>
                <a:path w="1159509" h="846455">
                  <a:moveTo>
                    <a:pt x="781050" y="59296"/>
                  </a:moveTo>
                  <a:lnTo>
                    <a:pt x="779614" y="38493"/>
                  </a:lnTo>
                  <a:lnTo>
                    <a:pt x="769035" y="39052"/>
                  </a:lnTo>
                  <a:lnTo>
                    <a:pt x="758710" y="40093"/>
                  </a:lnTo>
                  <a:lnTo>
                    <a:pt x="737704" y="42887"/>
                  </a:lnTo>
                  <a:lnTo>
                    <a:pt x="740714" y="63830"/>
                  </a:lnTo>
                  <a:lnTo>
                    <a:pt x="750658" y="62534"/>
                  </a:lnTo>
                  <a:lnTo>
                    <a:pt x="771105" y="60591"/>
                  </a:lnTo>
                  <a:lnTo>
                    <a:pt x="781050" y="59296"/>
                  </a:lnTo>
                  <a:close/>
                </a:path>
                <a:path w="1159509" h="846455">
                  <a:moveTo>
                    <a:pt x="863053" y="34429"/>
                  </a:moveTo>
                  <a:lnTo>
                    <a:pt x="821397" y="35674"/>
                  </a:lnTo>
                  <a:lnTo>
                    <a:pt x="822833" y="56476"/>
                  </a:lnTo>
                  <a:lnTo>
                    <a:pt x="862888" y="55105"/>
                  </a:lnTo>
                  <a:lnTo>
                    <a:pt x="863053" y="34429"/>
                  </a:lnTo>
                  <a:close/>
                </a:path>
                <a:path w="1159509" h="846455">
                  <a:moveTo>
                    <a:pt x="950442" y="40259"/>
                  </a:moveTo>
                  <a:lnTo>
                    <a:pt x="907605" y="36626"/>
                  </a:lnTo>
                  <a:lnTo>
                    <a:pt x="905865" y="57162"/>
                  </a:lnTo>
                  <a:lnTo>
                    <a:pt x="915758" y="57111"/>
                  </a:lnTo>
                  <a:lnTo>
                    <a:pt x="926185" y="57696"/>
                  </a:lnTo>
                  <a:lnTo>
                    <a:pt x="937171" y="58928"/>
                  </a:lnTo>
                  <a:lnTo>
                    <a:pt x="948690" y="60807"/>
                  </a:lnTo>
                  <a:lnTo>
                    <a:pt x="948791" y="59613"/>
                  </a:lnTo>
                  <a:lnTo>
                    <a:pt x="950442" y="40259"/>
                  </a:lnTo>
                  <a:close/>
                </a:path>
                <a:path w="1159509" h="846455">
                  <a:moveTo>
                    <a:pt x="1010450" y="48539"/>
                  </a:moveTo>
                  <a:lnTo>
                    <a:pt x="1004112" y="48006"/>
                  </a:lnTo>
                  <a:lnTo>
                    <a:pt x="996315" y="45745"/>
                  </a:lnTo>
                  <a:lnTo>
                    <a:pt x="989965" y="45212"/>
                  </a:lnTo>
                  <a:lnTo>
                    <a:pt x="986637" y="65620"/>
                  </a:lnTo>
                  <a:lnTo>
                    <a:pt x="992974" y="66154"/>
                  </a:lnTo>
                  <a:lnTo>
                    <a:pt x="1000772" y="68414"/>
                  </a:lnTo>
                  <a:lnTo>
                    <a:pt x="1007122" y="68948"/>
                  </a:lnTo>
                  <a:lnTo>
                    <a:pt x="1010450" y="48539"/>
                  </a:lnTo>
                  <a:close/>
                </a:path>
                <a:path w="1159509" h="846455">
                  <a:moveTo>
                    <a:pt x="1159179" y="91935"/>
                  </a:moveTo>
                  <a:lnTo>
                    <a:pt x="1038542" y="0"/>
                  </a:lnTo>
                  <a:lnTo>
                    <a:pt x="1014831" y="147586"/>
                  </a:lnTo>
                  <a:lnTo>
                    <a:pt x="1158798" y="96456"/>
                  </a:lnTo>
                  <a:lnTo>
                    <a:pt x="1159179" y="91935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400831" y="3634611"/>
            <a:ext cx="1445260" cy="3867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50" spc="-10" b="1">
                <a:latin typeface="Arial"/>
                <a:cs typeface="Arial"/>
              </a:rPr>
              <a:t>Mitigation</a:t>
            </a:r>
            <a:endParaRPr sz="2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7336408"/>
            <a:ext cx="7339965" cy="2246630"/>
            <a:chOff x="0" y="7336408"/>
            <a:chExt cx="7339965" cy="2246630"/>
          </a:xfrm>
        </p:grpSpPr>
        <p:sp>
          <p:nvSpPr>
            <p:cNvPr id="14" name="object 14"/>
            <p:cNvSpPr/>
            <p:nvPr/>
          </p:nvSpPr>
          <p:spPr>
            <a:xfrm>
              <a:off x="1033048" y="7566354"/>
              <a:ext cx="5959475" cy="1786889"/>
            </a:xfrm>
            <a:custGeom>
              <a:avLst/>
              <a:gdLst/>
              <a:ahLst/>
              <a:cxnLst/>
              <a:rect l="l" t="t" r="r" b="b"/>
              <a:pathLst>
                <a:path w="5959475" h="1786890">
                  <a:moveTo>
                    <a:pt x="5473470" y="1786721"/>
                  </a:moveTo>
                  <a:lnTo>
                    <a:pt x="485775" y="1786721"/>
                  </a:lnTo>
                  <a:lnTo>
                    <a:pt x="437762" y="1784344"/>
                  </a:lnTo>
                  <a:lnTo>
                    <a:pt x="390562" y="1777301"/>
                  </a:lnTo>
                  <a:lnTo>
                    <a:pt x="344494" y="1765724"/>
                  </a:lnTo>
                  <a:lnTo>
                    <a:pt x="299876" y="1749744"/>
                  </a:lnTo>
                  <a:lnTo>
                    <a:pt x="257028" y="1729494"/>
                  </a:lnTo>
                  <a:lnTo>
                    <a:pt x="216266" y="1705105"/>
                  </a:lnTo>
                  <a:lnTo>
                    <a:pt x="177911" y="1676710"/>
                  </a:lnTo>
                  <a:lnTo>
                    <a:pt x="142280" y="1644441"/>
                  </a:lnTo>
                  <a:lnTo>
                    <a:pt x="110010" y="1608810"/>
                  </a:lnTo>
                  <a:lnTo>
                    <a:pt x="81615" y="1570454"/>
                  </a:lnTo>
                  <a:lnTo>
                    <a:pt x="57227" y="1529693"/>
                  </a:lnTo>
                  <a:lnTo>
                    <a:pt x="36977" y="1486844"/>
                  </a:lnTo>
                  <a:lnTo>
                    <a:pt x="20997" y="1442226"/>
                  </a:lnTo>
                  <a:lnTo>
                    <a:pt x="9420" y="1396159"/>
                  </a:lnTo>
                  <a:lnTo>
                    <a:pt x="2377" y="1348959"/>
                  </a:lnTo>
                  <a:lnTo>
                    <a:pt x="0" y="1300946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5473470" y="0"/>
                  </a:lnTo>
                  <a:lnTo>
                    <a:pt x="5521482" y="2377"/>
                  </a:lnTo>
                  <a:lnTo>
                    <a:pt x="5568682" y="9420"/>
                  </a:lnTo>
                  <a:lnTo>
                    <a:pt x="5614750" y="20997"/>
                  </a:lnTo>
                  <a:lnTo>
                    <a:pt x="5659367" y="36977"/>
                  </a:lnTo>
                  <a:lnTo>
                    <a:pt x="5702216" y="57227"/>
                  </a:lnTo>
                  <a:lnTo>
                    <a:pt x="5742978" y="81615"/>
                  </a:lnTo>
                  <a:lnTo>
                    <a:pt x="5781334" y="110010"/>
                  </a:lnTo>
                  <a:lnTo>
                    <a:pt x="5816965" y="142280"/>
                  </a:lnTo>
                  <a:lnTo>
                    <a:pt x="5849234" y="177911"/>
                  </a:lnTo>
                  <a:lnTo>
                    <a:pt x="5877629" y="216266"/>
                  </a:lnTo>
                  <a:lnTo>
                    <a:pt x="5902017" y="257028"/>
                  </a:lnTo>
                  <a:lnTo>
                    <a:pt x="5922267" y="299876"/>
                  </a:lnTo>
                  <a:lnTo>
                    <a:pt x="5938247" y="344494"/>
                  </a:lnTo>
                  <a:lnTo>
                    <a:pt x="5949824" y="390562"/>
                  </a:lnTo>
                  <a:lnTo>
                    <a:pt x="5956868" y="437762"/>
                  </a:lnTo>
                  <a:lnTo>
                    <a:pt x="5959245" y="485775"/>
                  </a:lnTo>
                  <a:lnTo>
                    <a:pt x="5959245" y="1300946"/>
                  </a:lnTo>
                  <a:lnTo>
                    <a:pt x="5956868" y="1348959"/>
                  </a:lnTo>
                  <a:lnTo>
                    <a:pt x="5949824" y="1396159"/>
                  </a:lnTo>
                  <a:lnTo>
                    <a:pt x="5938247" y="1442226"/>
                  </a:lnTo>
                  <a:lnTo>
                    <a:pt x="5922267" y="1486844"/>
                  </a:lnTo>
                  <a:lnTo>
                    <a:pt x="5902017" y="1529693"/>
                  </a:lnTo>
                  <a:lnTo>
                    <a:pt x="5877629" y="1570454"/>
                  </a:lnTo>
                  <a:lnTo>
                    <a:pt x="5849234" y="1608810"/>
                  </a:lnTo>
                  <a:lnTo>
                    <a:pt x="5816965" y="1644441"/>
                  </a:lnTo>
                  <a:lnTo>
                    <a:pt x="5781334" y="1676710"/>
                  </a:lnTo>
                  <a:lnTo>
                    <a:pt x="5742978" y="1705105"/>
                  </a:lnTo>
                  <a:lnTo>
                    <a:pt x="5702216" y="1729494"/>
                  </a:lnTo>
                  <a:lnTo>
                    <a:pt x="5659367" y="1749744"/>
                  </a:lnTo>
                  <a:lnTo>
                    <a:pt x="5614750" y="1765724"/>
                  </a:lnTo>
                  <a:lnTo>
                    <a:pt x="5568682" y="1777301"/>
                  </a:lnTo>
                  <a:lnTo>
                    <a:pt x="5521482" y="1784344"/>
                  </a:lnTo>
                  <a:lnTo>
                    <a:pt x="5473470" y="1786721"/>
                  </a:lnTo>
                  <a:close/>
                </a:path>
              </a:pathLst>
            </a:custGeom>
            <a:solidFill>
              <a:srgbClr val="DBE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33048" y="7566354"/>
              <a:ext cx="5959475" cy="1786889"/>
            </a:xfrm>
            <a:custGeom>
              <a:avLst/>
              <a:gdLst/>
              <a:ahLst/>
              <a:cxnLst/>
              <a:rect l="l" t="t" r="r" b="b"/>
              <a:pathLst>
                <a:path w="5959475" h="1786890">
                  <a:moveTo>
                    <a:pt x="752521" y="38099"/>
                  </a:moveTo>
                  <a:lnTo>
                    <a:pt x="638221" y="38099"/>
                  </a:lnTo>
                  <a:lnTo>
                    <a:pt x="638221" y="0"/>
                  </a:lnTo>
                  <a:lnTo>
                    <a:pt x="752521" y="0"/>
                  </a:lnTo>
                  <a:lnTo>
                    <a:pt x="752521" y="38099"/>
                  </a:lnTo>
                  <a:close/>
                </a:path>
                <a:path w="5959475" h="1786890">
                  <a:moveTo>
                    <a:pt x="904921" y="38099"/>
                  </a:moveTo>
                  <a:lnTo>
                    <a:pt x="790621" y="38099"/>
                  </a:lnTo>
                  <a:lnTo>
                    <a:pt x="790621" y="0"/>
                  </a:lnTo>
                  <a:lnTo>
                    <a:pt x="904921" y="0"/>
                  </a:lnTo>
                  <a:lnTo>
                    <a:pt x="904921" y="38099"/>
                  </a:lnTo>
                  <a:close/>
                </a:path>
                <a:path w="5959475" h="1786890">
                  <a:moveTo>
                    <a:pt x="1057321" y="38099"/>
                  </a:moveTo>
                  <a:lnTo>
                    <a:pt x="943021" y="38099"/>
                  </a:lnTo>
                  <a:lnTo>
                    <a:pt x="943021" y="0"/>
                  </a:lnTo>
                  <a:lnTo>
                    <a:pt x="1057321" y="0"/>
                  </a:lnTo>
                  <a:lnTo>
                    <a:pt x="1057321" y="38099"/>
                  </a:lnTo>
                  <a:close/>
                </a:path>
                <a:path w="5959475" h="1786890">
                  <a:moveTo>
                    <a:pt x="1209721" y="38099"/>
                  </a:moveTo>
                  <a:lnTo>
                    <a:pt x="1095421" y="38099"/>
                  </a:lnTo>
                  <a:lnTo>
                    <a:pt x="1095421" y="0"/>
                  </a:lnTo>
                  <a:lnTo>
                    <a:pt x="1209721" y="0"/>
                  </a:lnTo>
                  <a:lnTo>
                    <a:pt x="1209721" y="38099"/>
                  </a:lnTo>
                  <a:close/>
                </a:path>
                <a:path w="5959475" h="1786890">
                  <a:moveTo>
                    <a:pt x="1362121" y="38099"/>
                  </a:moveTo>
                  <a:lnTo>
                    <a:pt x="1247821" y="38099"/>
                  </a:lnTo>
                  <a:lnTo>
                    <a:pt x="1247821" y="0"/>
                  </a:lnTo>
                  <a:lnTo>
                    <a:pt x="1362121" y="0"/>
                  </a:lnTo>
                  <a:lnTo>
                    <a:pt x="1362121" y="38099"/>
                  </a:lnTo>
                  <a:close/>
                </a:path>
                <a:path w="5959475" h="1786890">
                  <a:moveTo>
                    <a:pt x="1514521" y="38099"/>
                  </a:moveTo>
                  <a:lnTo>
                    <a:pt x="1400221" y="38099"/>
                  </a:lnTo>
                  <a:lnTo>
                    <a:pt x="1400221" y="0"/>
                  </a:lnTo>
                  <a:lnTo>
                    <a:pt x="1514521" y="0"/>
                  </a:lnTo>
                  <a:lnTo>
                    <a:pt x="1514521" y="38099"/>
                  </a:lnTo>
                  <a:close/>
                </a:path>
                <a:path w="5959475" h="1786890">
                  <a:moveTo>
                    <a:pt x="1666921" y="38099"/>
                  </a:moveTo>
                  <a:lnTo>
                    <a:pt x="1552621" y="38099"/>
                  </a:lnTo>
                  <a:lnTo>
                    <a:pt x="1552621" y="0"/>
                  </a:lnTo>
                  <a:lnTo>
                    <a:pt x="1666921" y="0"/>
                  </a:lnTo>
                  <a:lnTo>
                    <a:pt x="1666921" y="38099"/>
                  </a:lnTo>
                  <a:close/>
                </a:path>
                <a:path w="5959475" h="1786890">
                  <a:moveTo>
                    <a:pt x="1819321" y="38099"/>
                  </a:moveTo>
                  <a:lnTo>
                    <a:pt x="1705021" y="38099"/>
                  </a:lnTo>
                  <a:lnTo>
                    <a:pt x="1705021" y="0"/>
                  </a:lnTo>
                  <a:lnTo>
                    <a:pt x="1819321" y="0"/>
                  </a:lnTo>
                  <a:lnTo>
                    <a:pt x="1819321" y="38099"/>
                  </a:lnTo>
                  <a:close/>
                </a:path>
                <a:path w="5959475" h="1786890">
                  <a:moveTo>
                    <a:pt x="1971721" y="38099"/>
                  </a:moveTo>
                  <a:lnTo>
                    <a:pt x="1857421" y="38099"/>
                  </a:lnTo>
                  <a:lnTo>
                    <a:pt x="1857421" y="0"/>
                  </a:lnTo>
                  <a:lnTo>
                    <a:pt x="1971721" y="0"/>
                  </a:lnTo>
                  <a:lnTo>
                    <a:pt x="1971721" y="38099"/>
                  </a:lnTo>
                  <a:close/>
                </a:path>
                <a:path w="5959475" h="1786890">
                  <a:moveTo>
                    <a:pt x="2124121" y="38099"/>
                  </a:moveTo>
                  <a:lnTo>
                    <a:pt x="2009821" y="38099"/>
                  </a:lnTo>
                  <a:lnTo>
                    <a:pt x="2009821" y="0"/>
                  </a:lnTo>
                  <a:lnTo>
                    <a:pt x="2124121" y="0"/>
                  </a:lnTo>
                  <a:lnTo>
                    <a:pt x="2124121" y="38099"/>
                  </a:lnTo>
                  <a:close/>
                </a:path>
                <a:path w="5959475" h="1786890">
                  <a:moveTo>
                    <a:pt x="2276521" y="38099"/>
                  </a:moveTo>
                  <a:lnTo>
                    <a:pt x="2162221" y="38099"/>
                  </a:lnTo>
                  <a:lnTo>
                    <a:pt x="2162221" y="0"/>
                  </a:lnTo>
                  <a:lnTo>
                    <a:pt x="2276521" y="0"/>
                  </a:lnTo>
                  <a:lnTo>
                    <a:pt x="2276521" y="38099"/>
                  </a:lnTo>
                  <a:close/>
                </a:path>
                <a:path w="5959475" h="1786890">
                  <a:moveTo>
                    <a:pt x="2428921" y="38099"/>
                  </a:moveTo>
                  <a:lnTo>
                    <a:pt x="2314621" y="38099"/>
                  </a:lnTo>
                  <a:lnTo>
                    <a:pt x="2314621" y="0"/>
                  </a:lnTo>
                  <a:lnTo>
                    <a:pt x="2428921" y="0"/>
                  </a:lnTo>
                  <a:lnTo>
                    <a:pt x="2428921" y="38099"/>
                  </a:lnTo>
                  <a:close/>
                </a:path>
                <a:path w="5959475" h="1786890">
                  <a:moveTo>
                    <a:pt x="2581321" y="38099"/>
                  </a:moveTo>
                  <a:lnTo>
                    <a:pt x="2467021" y="38099"/>
                  </a:lnTo>
                  <a:lnTo>
                    <a:pt x="2467021" y="0"/>
                  </a:lnTo>
                  <a:lnTo>
                    <a:pt x="2581321" y="0"/>
                  </a:lnTo>
                  <a:lnTo>
                    <a:pt x="2581321" y="38099"/>
                  </a:lnTo>
                  <a:close/>
                </a:path>
                <a:path w="5959475" h="1786890">
                  <a:moveTo>
                    <a:pt x="2733721" y="38099"/>
                  </a:moveTo>
                  <a:lnTo>
                    <a:pt x="2619421" y="38099"/>
                  </a:lnTo>
                  <a:lnTo>
                    <a:pt x="2619421" y="0"/>
                  </a:lnTo>
                  <a:lnTo>
                    <a:pt x="2733721" y="0"/>
                  </a:lnTo>
                  <a:lnTo>
                    <a:pt x="2733721" y="38099"/>
                  </a:lnTo>
                  <a:close/>
                </a:path>
                <a:path w="5959475" h="1786890">
                  <a:moveTo>
                    <a:pt x="2886121" y="38099"/>
                  </a:moveTo>
                  <a:lnTo>
                    <a:pt x="2771821" y="38099"/>
                  </a:lnTo>
                  <a:lnTo>
                    <a:pt x="2771821" y="0"/>
                  </a:lnTo>
                  <a:lnTo>
                    <a:pt x="2886121" y="0"/>
                  </a:lnTo>
                  <a:lnTo>
                    <a:pt x="2886121" y="38099"/>
                  </a:lnTo>
                  <a:close/>
                </a:path>
                <a:path w="5959475" h="1786890">
                  <a:moveTo>
                    <a:pt x="3038521" y="38099"/>
                  </a:moveTo>
                  <a:lnTo>
                    <a:pt x="2924221" y="38099"/>
                  </a:lnTo>
                  <a:lnTo>
                    <a:pt x="2924221" y="0"/>
                  </a:lnTo>
                  <a:lnTo>
                    <a:pt x="3038521" y="0"/>
                  </a:lnTo>
                  <a:lnTo>
                    <a:pt x="3038521" y="38099"/>
                  </a:lnTo>
                  <a:close/>
                </a:path>
                <a:path w="5959475" h="1786890">
                  <a:moveTo>
                    <a:pt x="3190921" y="38099"/>
                  </a:moveTo>
                  <a:lnTo>
                    <a:pt x="3076621" y="38099"/>
                  </a:lnTo>
                  <a:lnTo>
                    <a:pt x="3076621" y="0"/>
                  </a:lnTo>
                  <a:lnTo>
                    <a:pt x="3190921" y="0"/>
                  </a:lnTo>
                  <a:lnTo>
                    <a:pt x="3190921" y="38099"/>
                  </a:lnTo>
                  <a:close/>
                </a:path>
                <a:path w="5959475" h="1786890">
                  <a:moveTo>
                    <a:pt x="3343321" y="38099"/>
                  </a:moveTo>
                  <a:lnTo>
                    <a:pt x="3229021" y="38099"/>
                  </a:lnTo>
                  <a:lnTo>
                    <a:pt x="3229021" y="0"/>
                  </a:lnTo>
                  <a:lnTo>
                    <a:pt x="3343321" y="0"/>
                  </a:lnTo>
                  <a:lnTo>
                    <a:pt x="3343321" y="38099"/>
                  </a:lnTo>
                  <a:close/>
                </a:path>
                <a:path w="5959475" h="1786890">
                  <a:moveTo>
                    <a:pt x="3495721" y="38099"/>
                  </a:moveTo>
                  <a:lnTo>
                    <a:pt x="3381421" y="38099"/>
                  </a:lnTo>
                  <a:lnTo>
                    <a:pt x="3381421" y="0"/>
                  </a:lnTo>
                  <a:lnTo>
                    <a:pt x="3495721" y="0"/>
                  </a:lnTo>
                  <a:lnTo>
                    <a:pt x="3495721" y="38099"/>
                  </a:lnTo>
                  <a:close/>
                </a:path>
                <a:path w="5959475" h="1786890">
                  <a:moveTo>
                    <a:pt x="3648121" y="38099"/>
                  </a:moveTo>
                  <a:lnTo>
                    <a:pt x="3533821" y="38099"/>
                  </a:lnTo>
                  <a:lnTo>
                    <a:pt x="3533821" y="0"/>
                  </a:lnTo>
                  <a:lnTo>
                    <a:pt x="3648121" y="0"/>
                  </a:lnTo>
                  <a:lnTo>
                    <a:pt x="3648121" y="38099"/>
                  </a:lnTo>
                  <a:close/>
                </a:path>
                <a:path w="5959475" h="1786890">
                  <a:moveTo>
                    <a:pt x="3800521" y="38099"/>
                  </a:moveTo>
                  <a:lnTo>
                    <a:pt x="3686221" y="38099"/>
                  </a:lnTo>
                  <a:lnTo>
                    <a:pt x="3686221" y="0"/>
                  </a:lnTo>
                  <a:lnTo>
                    <a:pt x="3800521" y="0"/>
                  </a:lnTo>
                  <a:lnTo>
                    <a:pt x="3800521" y="38099"/>
                  </a:lnTo>
                  <a:close/>
                </a:path>
                <a:path w="5959475" h="1786890">
                  <a:moveTo>
                    <a:pt x="3952921" y="38099"/>
                  </a:moveTo>
                  <a:lnTo>
                    <a:pt x="3838621" y="38099"/>
                  </a:lnTo>
                  <a:lnTo>
                    <a:pt x="3838621" y="0"/>
                  </a:lnTo>
                  <a:lnTo>
                    <a:pt x="3952921" y="0"/>
                  </a:lnTo>
                  <a:lnTo>
                    <a:pt x="3952921" y="38099"/>
                  </a:lnTo>
                  <a:close/>
                </a:path>
                <a:path w="5959475" h="1786890">
                  <a:moveTo>
                    <a:pt x="4105321" y="38099"/>
                  </a:moveTo>
                  <a:lnTo>
                    <a:pt x="3991021" y="38099"/>
                  </a:lnTo>
                  <a:lnTo>
                    <a:pt x="3991021" y="0"/>
                  </a:lnTo>
                  <a:lnTo>
                    <a:pt x="4105321" y="0"/>
                  </a:lnTo>
                  <a:lnTo>
                    <a:pt x="4105321" y="38099"/>
                  </a:lnTo>
                  <a:close/>
                </a:path>
                <a:path w="5959475" h="1786890">
                  <a:moveTo>
                    <a:pt x="4257721" y="38099"/>
                  </a:moveTo>
                  <a:lnTo>
                    <a:pt x="4143421" y="38099"/>
                  </a:lnTo>
                  <a:lnTo>
                    <a:pt x="4143421" y="0"/>
                  </a:lnTo>
                  <a:lnTo>
                    <a:pt x="4257721" y="0"/>
                  </a:lnTo>
                  <a:lnTo>
                    <a:pt x="4257721" y="38099"/>
                  </a:lnTo>
                  <a:close/>
                </a:path>
                <a:path w="5959475" h="1786890">
                  <a:moveTo>
                    <a:pt x="4410121" y="38099"/>
                  </a:moveTo>
                  <a:lnTo>
                    <a:pt x="4295821" y="38099"/>
                  </a:lnTo>
                  <a:lnTo>
                    <a:pt x="4295821" y="0"/>
                  </a:lnTo>
                  <a:lnTo>
                    <a:pt x="4410121" y="0"/>
                  </a:lnTo>
                  <a:lnTo>
                    <a:pt x="4410121" y="38099"/>
                  </a:lnTo>
                  <a:close/>
                </a:path>
                <a:path w="5959475" h="1786890">
                  <a:moveTo>
                    <a:pt x="4562521" y="38099"/>
                  </a:moveTo>
                  <a:lnTo>
                    <a:pt x="4448221" y="38099"/>
                  </a:lnTo>
                  <a:lnTo>
                    <a:pt x="4448221" y="0"/>
                  </a:lnTo>
                  <a:lnTo>
                    <a:pt x="4562521" y="0"/>
                  </a:lnTo>
                  <a:lnTo>
                    <a:pt x="4562521" y="38099"/>
                  </a:lnTo>
                  <a:close/>
                </a:path>
                <a:path w="5959475" h="1786890">
                  <a:moveTo>
                    <a:pt x="4714921" y="38099"/>
                  </a:moveTo>
                  <a:lnTo>
                    <a:pt x="4600621" y="38099"/>
                  </a:lnTo>
                  <a:lnTo>
                    <a:pt x="4600621" y="0"/>
                  </a:lnTo>
                  <a:lnTo>
                    <a:pt x="4714921" y="0"/>
                  </a:lnTo>
                  <a:lnTo>
                    <a:pt x="4714921" y="38099"/>
                  </a:lnTo>
                  <a:close/>
                </a:path>
                <a:path w="5959475" h="1786890">
                  <a:moveTo>
                    <a:pt x="4867321" y="38099"/>
                  </a:moveTo>
                  <a:lnTo>
                    <a:pt x="4753021" y="38099"/>
                  </a:lnTo>
                  <a:lnTo>
                    <a:pt x="4753021" y="0"/>
                  </a:lnTo>
                  <a:lnTo>
                    <a:pt x="4867321" y="0"/>
                  </a:lnTo>
                  <a:lnTo>
                    <a:pt x="4867321" y="38099"/>
                  </a:lnTo>
                  <a:close/>
                </a:path>
                <a:path w="5959475" h="1786890">
                  <a:moveTo>
                    <a:pt x="5019721" y="38099"/>
                  </a:moveTo>
                  <a:lnTo>
                    <a:pt x="4905421" y="38099"/>
                  </a:lnTo>
                  <a:lnTo>
                    <a:pt x="4905421" y="0"/>
                  </a:lnTo>
                  <a:lnTo>
                    <a:pt x="5019721" y="0"/>
                  </a:lnTo>
                  <a:lnTo>
                    <a:pt x="5019721" y="38099"/>
                  </a:lnTo>
                  <a:close/>
                </a:path>
                <a:path w="5959475" h="1786890">
                  <a:moveTo>
                    <a:pt x="5172121" y="38099"/>
                  </a:moveTo>
                  <a:lnTo>
                    <a:pt x="5057821" y="38099"/>
                  </a:lnTo>
                  <a:lnTo>
                    <a:pt x="5057821" y="0"/>
                  </a:lnTo>
                  <a:lnTo>
                    <a:pt x="5172121" y="0"/>
                  </a:lnTo>
                  <a:lnTo>
                    <a:pt x="5172121" y="38099"/>
                  </a:lnTo>
                  <a:close/>
                </a:path>
                <a:path w="5959475" h="1786890">
                  <a:moveTo>
                    <a:pt x="5324521" y="38099"/>
                  </a:moveTo>
                  <a:lnTo>
                    <a:pt x="5210221" y="38099"/>
                  </a:lnTo>
                  <a:lnTo>
                    <a:pt x="5210221" y="0"/>
                  </a:lnTo>
                  <a:lnTo>
                    <a:pt x="5324521" y="0"/>
                  </a:lnTo>
                  <a:lnTo>
                    <a:pt x="5324521" y="38099"/>
                  </a:lnTo>
                  <a:close/>
                </a:path>
                <a:path w="5959475" h="1786890">
                  <a:moveTo>
                    <a:pt x="5476816" y="38099"/>
                  </a:moveTo>
                  <a:lnTo>
                    <a:pt x="5362621" y="38099"/>
                  </a:lnTo>
                  <a:lnTo>
                    <a:pt x="5362621" y="0"/>
                  </a:lnTo>
                  <a:lnTo>
                    <a:pt x="5473469" y="0"/>
                  </a:lnTo>
                  <a:lnTo>
                    <a:pt x="5476954" y="172"/>
                  </a:lnTo>
                  <a:lnTo>
                    <a:pt x="5476816" y="38099"/>
                  </a:lnTo>
                  <a:close/>
                </a:path>
                <a:path w="5959475" h="1786890">
                  <a:moveTo>
                    <a:pt x="5614895" y="61047"/>
                  </a:moveTo>
                  <a:lnTo>
                    <a:pt x="5589624" y="53441"/>
                  </a:lnTo>
                  <a:lnTo>
                    <a:pt x="5564041" y="47358"/>
                  </a:lnTo>
                  <a:lnTo>
                    <a:pt x="5538144" y="42797"/>
                  </a:lnTo>
                  <a:lnTo>
                    <a:pt x="5511934" y="39759"/>
                  </a:lnTo>
                  <a:lnTo>
                    <a:pt x="5515162" y="2377"/>
                  </a:lnTo>
                  <a:lnTo>
                    <a:pt x="5568682" y="9420"/>
                  </a:lnTo>
                  <a:lnTo>
                    <a:pt x="5614750" y="20997"/>
                  </a:lnTo>
                  <a:lnTo>
                    <a:pt x="5626801" y="25313"/>
                  </a:lnTo>
                  <a:lnTo>
                    <a:pt x="5614895" y="61047"/>
                  </a:lnTo>
                  <a:close/>
                </a:path>
                <a:path w="5959475" h="1786890">
                  <a:moveTo>
                    <a:pt x="5739121" y="125486"/>
                  </a:moveTo>
                  <a:lnTo>
                    <a:pt x="5717435" y="110451"/>
                  </a:lnTo>
                  <a:lnTo>
                    <a:pt x="5694977" y="96766"/>
                  </a:lnTo>
                  <a:lnTo>
                    <a:pt x="5671748" y="84430"/>
                  </a:lnTo>
                  <a:lnTo>
                    <a:pt x="5647747" y="73444"/>
                  </a:lnTo>
                  <a:lnTo>
                    <a:pt x="5662534" y="38473"/>
                  </a:lnTo>
                  <a:lnTo>
                    <a:pt x="5702216" y="57227"/>
                  </a:lnTo>
                  <a:lnTo>
                    <a:pt x="5742978" y="81615"/>
                  </a:lnTo>
                  <a:lnTo>
                    <a:pt x="5761412" y="95263"/>
                  </a:lnTo>
                  <a:lnTo>
                    <a:pt x="5739121" y="125486"/>
                  </a:lnTo>
                  <a:close/>
                </a:path>
                <a:path w="5959475" h="1786890">
                  <a:moveTo>
                    <a:pt x="5837580" y="225416"/>
                  </a:moveTo>
                  <a:lnTo>
                    <a:pt x="5802731" y="182533"/>
                  </a:lnTo>
                  <a:lnTo>
                    <a:pt x="5772537" y="152712"/>
                  </a:lnTo>
                  <a:lnTo>
                    <a:pt x="5766541" y="147422"/>
                  </a:lnTo>
                  <a:lnTo>
                    <a:pt x="5791208" y="118953"/>
                  </a:lnTo>
                  <a:lnTo>
                    <a:pt x="5816965" y="142280"/>
                  </a:lnTo>
                  <a:lnTo>
                    <a:pt x="5849234" y="177911"/>
                  </a:lnTo>
                  <a:lnTo>
                    <a:pt x="5868198" y="203528"/>
                  </a:lnTo>
                  <a:lnTo>
                    <a:pt x="5837580" y="225416"/>
                  </a:lnTo>
                  <a:close/>
                </a:path>
                <a:path w="5959475" h="1786890">
                  <a:moveTo>
                    <a:pt x="5900178" y="350606"/>
                  </a:moveTo>
                  <a:lnTo>
                    <a:pt x="5891475" y="325684"/>
                  </a:lnTo>
                  <a:lnTo>
                    <a:pt x="5881356" y="301404"/>
                  </a:lnTo>
                  <a:lnTo>
                    <a:pt x="5869820" y="277764"/>
                  </a:lnTo>
                  <a:lnTo>
                    <a:pt x="5856867" y="254765"/>
                  </a:lnTo>
                  <a:lnTo>
                    <a:pt x="5889060" y="235373"/>
                  </a:lnTo>
                  <a:lnTo>
                    <a:pt x="5902017" y="257028"/>
                  </a:lnTo>
                  <a:lnTo>
                    <a:pt x="5922267" y="299876"/>
                  </a:lnTo>
                  <a:lnTo>
                    <a:pt x="5936334" y="339154"/>
                  </a:lnTo>
                  <a:lnTo>
                    <a:pt x="5900178" y="350606"/>
                  </a:lnTo>
                  <a:close/>
                </a:path>
                <a:path w="5959475" h="1786890">
                  <a:moveTo>
                    <a:pt x="5959244" y="489467"/>
                  </a:moveTo>
                  <a:lnTo>
                    <a:pt x="5921068" y="489467"/>
                  </a:lnTo>
                  <a:lnTo>
                    <a:pt x="5921068" y="485763"/>
                  </a:lnTo>
                  <a:lnTo>
                    <a:pt x="5920343" y="460201"/>
                  </a:lnTo>
                  <a:lnTo>
                    <a:pt x="5918169" y="434808"/>
                  </a:lnTo>
                  <a:lnTo>
                    <a:pt x="5914546" y="409584"/>
                  </a:lnTo>
                  <a:lnTo>
                    <a:pt x="5909473" y="384528"/>
                  </a:lnTo>
                  <a:lnTo>
                    <a:pt x="5946167" y="376009"/>
                  </a:lnTo>
                  <a:lnTo>
                    <a:pt x="5949824" y="390562"/>
                  </a:lnTo>
                  <a:lnTo>
                    <a:pt x="5956867" y="437762"/>
                  </a:lnTo>
                  <a:lnTo>
                    <a:pt x="5959244" y="485763"/>
                  </a:lnTo>
                  <a:lnTo>
                    <a:pt x="5959244" y="489467"/>
                  </a:lnTo>
                  <a:close/>
                </a:path>
                <a:path w="5959475" h="1786890">
                  <a:moveTo>
                    <a:pt x="5959244" y="641867"/>
                  </a:moveTo>
                  <a:lnTo>
                    <a:pt x="5921068" y="641867"/>
                  </a:lnTo>
                  <a:lnTo>
                    <a:pt x="5921068" y="527567"/>
                  </a:lnTo>
                  <a:lnTo>
                    <a:pt x="5959244" y="527567"/>
                  </a:lnTo>
                  <a:lnTo>
                    <a:pt x="5959244" y="641867"/>
                  </a:lnTo>
                  <a:close/>
                </a:path>
                <a:path w="5959475" h="1786890">
                  <a:moveTo>
                    <a:pt x="5959244" y="794267"/>
                  </a:moveTo>
                  <a:lnTo>
                    <a:pt x="5921068" y="794267"/>
                  </a:lnTo>
                  <a:lnTo>
                    <a:pt x="5921068" y="679967"/>
                  </a:lnTo>
                  <a:lnTo>
                    <a:pt x="5959244" y="679967"/>
                  </a:lnTo>
                  <a:lnTo>
                    <a:pt x="5959244" y="794267"/>
                  </a:lnTo>
                  <a:close/>
                </a:path>
                <a:path w="5959475" h="1786890">
                  <a:moveTo>
                    <a:pt x="5959244" y="946667"/>
                  </a:moveTo>
                  <a:lnTo>
                    <a:pt x="5921068" y="946667"/>
                  </a:lnTo>
                  <a:lnTo>
                    <a:pt x="5921068" y="832367"/>
                  </a:lnTo>
                  <a:lnTo>
                    <a:pt x="5959244" y="832367"/>
                  </a:lnTo>
                  <a:lnTo>
                    <a:pt x="5959244" y="946667"/>
                  </a:lnTo>
                  <a:close/>
                </a:path>
                <a:path w="5959475" h="1786890">
                  <a:moveTo>
                    <a:pt x="5959244" y="1099067"/>
                  </a:moveTo>
                  <a:lnTo>
                    <a:pt x="5921068" y="1099067"/>
                  </a:lnTo>
                  <a:lnTo>
                    <a:pt x="5921068" y="984767"/>
                  </a:lnTo>
                  <a:lnTo>
                    <a:pt x="5959244" y="984767"/>
                  </a:lnTo>
                  <a:lnTo>
                    <a:pt x="5959244" y="1099067"/>
                  </a:lnTo>
                  <a:close/>
                </a:path>
                <a:path w="5959475" h="1786890">
                  <a:moveTo>
                    <a:pt x="5959244" y="1251467"/>
                  </a:moveTo>
                  <a:lnTo>
                    <a:pt x="5921068" y="1251467"/>
                  </a:lnTo>
                  <a:lnTo>
                    <a:pt x="5921068" y="1137167"/>
                  </a:lnTo>
                  <a:lnTo>
                    <a:pt x="5959244" y="1137167"/>
                  </a:lnTo>
                  <a:lnTo>
                    <a:pt x="5959244" y="1251467"/>
                  </a:lnTo>
                  <a:close/>
                </a:path>
                <a:path w="5959475" h="1786890">
                  <a:moveTo>
                    <a:pt x="5948046" y="1403235"/>
                  </a:moveTo>
                  <a:lnTo>
                    <a:pt x="5911018" y="1395252"/>
                  </a:lnTo>
                  <a:lnTo>
                    <a:pt x="5915415" y="1371874"/>
                  </a:lnTo>
                  <a:lnTo>
                    <a:pt x="5918475" y="1348959"/>
                  </a:lnTo>
                  <a:lnTo>
                    <a:pt x="5918555" y="1348359"/>
                  </a:lnTo>
                  <a:lnTo>
                    <a:pt x="5920440" y="1324707"/>
                  </a:lnTo>
                  <a:lnTo>
                    <a:pt x="5921068" y="1300917"/>
                  </a:lnTo>
                  <a:lnTo>
                    <a:pt x="5921068" y="1289567"/>
                  </a:lnTo>
                  <a:lnTo>
                    <a:pt x="5959244" y="1289567"/>
                  </a:lnTo>
                  <a:lnTo>
                    <a:pt x="5959244" y="1300917"/>
                  </a:lnTo>
                  <a:lnTo>
                    <a:pt x="5956897" y="1348359"/>
                  </a:lnTo>
                  <a:lnTo>
                    <a:pt x="5956867" y="1348959"/>
                  </a:lnTo>
                  <a:lnTo>
                    <a:pt x="5949824" y="1396159"/>
                  </a:lnTo>
                  <a:lnTo>
                    <a:pt x="5948046" y="1403235"/>
                  </a:lnTo>
                  <a:close/>
                </a:path>
                <a:path w="5959475" h="1786890">
                  <a:moveTo>
                    <a:pt x="5893009" y="1544748"/>
                  </a:moveTo>
                  <a:lnTo>
                    <a:pt x="5860463" y="1525837"/>
                  </a:lnTo>
                  <a:lnTo>
                    <a:pt x="5873050" y="1502638"/>
                  </a:lnTo>
                  <a:lnTo>
                    <a:pt x="5884211" y="1478822"/>
                  </a:lnTo>
                  <a:lnTo>
                    <a:pt x="5893946" y="1454387"/>
                  </a:lnTo>
                  <a:lnTo>
                    <a:pt x="5902254" y="1429334"/>
                  </a:lnTo>
                  <a:lnTo>
                    <a:pt x="5938741" y="1440261"/>
                  </a:lnTo>
                  <a:lnTo>
                    <a:pt x="5938247" y="1442226"/>
                  </a:lnTo>
                  <a:lnTo>
                    <a:pt x="5922267" y="1486844"/>
                  </a:lnTo>
                  <a:lnTo>
                    <a:pt x="5902017" y="1529693"/>
                  </a:lnTo>
                  <a:lnTo>
                    <a:pt x="5893009" y="1544748"/>
                  </a:lnTo>
                  <a:close/>
                </a:path>
                <a:path w="5959475" h="1786890">
                  <a:moveTo>
                    <a:pt x="5796912" y="1662602"/>
                  </a:moveTo>
                  <a:lnTo>
                    <a:pt x="5771850" y="1634584"/>
                  </a:lnTo>
                  <a:lnTo>
                    <a:pt x="5778040" y="1629047"/>
                  </a:lnTo>
                  <a:lnTo>
                    <a:pt x="5784073" y="1623340"/>
                  </a:lnTo>
                  <a:lnTo>
                    <a:pt x="5817189" y="1587655"/>
                  </a:lnTo>
                  <a:lnTo>
                    <a:pt x="5841618" y="1555521"/>
                  </a:lnTo>
                  <a:lnTo>
                    <a:pt x="5872749" y="1577046"/>
                  </a:lnTo>
                  <a:lnTo>
                    <a:pt x="5849234" y="1608810"/>
                  </a:lnTo>
                  <a:lnTo>
                    <a:pt x="5816965" y="1644441"/>
                  </a:lnTo>
                  <a:lnTo>
                    <a:pt x="5796912" y="1662602"/>
                  </a:lnTo>
                  <a:close/>
                </a:path>
                <a:path w="5959475" h="1786890">
                  <a:moveTo>
                    <a:pt x="5669462" y="1744973"/>
                  </a:moveTo>
                  <a:lnTo>
                    <a:pt x="5654215" y="1710441"/>
                  </a:lnTo>
                  <a:lnTo>
                    <a:pt x="5678038" y="1699080"/>
                  </a:lnTo>
                  <a:lnTo>
                    <a:pt x="5701067" y="1686382"/>
                  </a:lnTo>
                  <a:lnTo>
                    <a:pt x="5723304" y="1672347"/>
                  </a:lnTo>
                  <a:lnTo>
                    <a:pt x="5744747" y="1656975"/>
                  </a:lnTo>
                  <a:lnTo>
                    <a:pt x="5767559" y="1686908"/>
                  </a:lnTo>
                  <a:lnTo>
                    <a:pt x="5742978" y="1705105"/>
                  </a:lnTo>
                  <a:lnTo>
                    <a:pt x="5702216" y="1729494"/>
                  </a:lnTo>
                  <a:lnTo>
                    <a:pt x="5669462" y="1744973"/>
                  </a:lnTo>
                  <a:close/>
                </a:path>
                <a:path w="5959475" h="1786890">
                  <a:moveTo>
                    <a:pt x="5522832" y="1784143"/>
                  </a:moveTo>
                  <a:lnTo>
                    <a:pt x="5518958" y="1746259"/>
                  </a:lnTo>
                  <a:lnTo>
                    <a:pt x="5545115" y="1742808"/>
                  </a:lnTo>
                  <a:lnTo>
                    <a:pt x="5570936" y="1737840"/>
                  </a:lnTo>
                  <a:lnTo>
                    <a:pt x="5596419" y="1731355"/>
                  </a:lnTo>
                  <a:lnTo>
                    <a:pt x="5621566" y="1723352"/>
                  </a:lnTo>
                  <a:lnTo>
                    <a:pt x="5634008" y="1758826"/>
                  </a:lnTo>
                  <a:lnTo>
                    <a:pt x="5614750" y="1765723"/>
                  </a:lnTo>
                  <a:lnTo>
                    <a:pt x="5568682" y="1777301"/>
                  </a:lnTo>
                  <a:lnTo>
                    <a:pt x="5522832" y="1784143"/>
                  </a:lnTo>
                  <a:close/>
                </a:path>
                <a:path w="5959475" h="1786890">
                  <a:moveTo>
                    <a:pt x="5473469" y="1786721"/>
                  </a:moveTo>
                  <a:lnTo>
                    <a:pt x="5370266" y="1786721"/>
                  </a:lnTo>
                  <a:lnTo>
                    <a:pt x="5370266" y="1748461"/>
                  </a:lnTo>
                  <a:lnTo>
                    <a:pt x="5483781" y="1748461"/>
                  </a:lnTo>
                  <a:lnTo>
                    <a:pt x="5484654" y="1786167"/>
                  </a:lnTo>
                  <a:lnTo>
                    <a:pt x="5473469" y="1786721"/>
                  </a:lnTo>
                  <a:close/>
                </a:path>
                <a:path w="5959475" h="1786890">
                  <a:moveTo>
                    <a:pt x="5332166" y="1786721"/>
                  </a:moveTo>
                  <a:lnTo>
                    <a:pt x="5217866" y="1786721"/>
                  </a:lnTo>
                  <a:lnTo>
                    <a:pt x="5217866" y="1748581"/>
                  </a:lnTo>
                  <a:lnTo>
                    <a:pt x="5332166" y="1748581"/>
                  </a:lnTo>
                  <a:lnTo>
                    <a:pt x="5332166" y="1786721"/>
                  </a:lnTo>
                  <a:close/>
                </a:path>
                <a:path w="5959475" h="1786890">
                  <a:moveTo>
                    <a:pt x="5179766" y="1786721"/>
                  </a:moveTo>
                  <a:lnTo>
                    <a:pt x="5065466" y="1786721"/>
                  </a:lnTo>
                  <a:lnTo>
                    <a:pt x="5065466" y="1748581"/>
                  </a:lnTo>
                  <a:lnTo>
                    <a:pt x="5179766" y="1748581"/>
                  </a:lnTo>
                  <a:lnTo>
                    <a:pt x="5179766" y="1786721"/>
                  </a:lnTo>
                  <a:close/>
                </a:path>
                <a:path w="5959475" h="1786890">
                  <a:moveTo>
                    <a:pt x="5027366" y="1786721"/>
                  </a:moveTo>
                  <a:lnTo>
                    <a:pt x="4913066" y="1786721"/>
                  </a:lnTo>
                  <a:lnTo>
                    <a:pt x="4913066" y="1748581"/>
                  </a:lnTo>
                  <a:lnTo>
                    <a:pt x="5027366" y="1748581"/>
                  </a:lnTo>
                  <a:lnTo>
                    <a:pt x="5027366" y="1786721"/>
                  </a:lnTo>
                  <a:close/>
                </a:path>
                <a:path w="5959475" h="1786890">
                  <a:moveTo>
                    <a:pt x="4874966" y="1786721"/>
                  </a:moveTo>
                  <a:lnTo>
                    <a:pt x="4760666" y="1786721"/>
                  </a:lnTo>
                  <a:lnTo>
                    <a:pt x="4760666" y="1748581"/>
                  </a:lnTo>
                  <a:lnTo>
                    <a:pt x="4874966" y="1748581"/>
                  </a:lnTo>
                  <a:lnTo>
                    <a:pt x="4874966" y="1786721"/>
                  </a:lnTo>
                  <a:close/>
                </a:path>
                <a:path w="5959475" h="1786890">
                  <a:moveTo>
                    <a:pt x="4722566" y="1786721"/>
                  </a:moveTo>
                  <a:lnTo>
                    <a:pt x="4608266" y="1786721"/>
                  </a:lnTo>
                  <a:lnTo>
                    <a:pt x="4608266" y="1748581"/>
                  </a:lnTo>
                  <a:lnTo>
                    <a:pt x="4722566" y="1748581"/>
                  </a:lnTo>
                  <a:lnTo>
                    <a:pt x="4722566" y="1786721"/>
                  </a:lnTo>
                  <a:close/>
                </a:path>
                <a:path w="5959475" h="1786890">
                  <a:moveTo>
                    <a:pt x="4570166" y="1786721"/>
                  </a:moveTo>
                  <a:lnTo>
                    <a:pt x="4455866" y="1786721"/>
                  </a:lnTo>
                  <a:lnTo>
                    <a:pt x="4455866" y="1748581"/>
                  </a:lnTo>
                  <a:lnTo>
                    <a:pt x="4570166" y="1748581"/>
                  </a:lnTo>
                  <a:lnTo>
                    <a:pt x="4570166" y="1786721"/>
                  </a:lnTo>
                  <a:close/>
                </a:path>
                <a:path w="5959475" h="1786890">
                  <a:moveTo>
                    <a:pt x="4417766" y="1786721"/>
                  </a:moveTo>
                  <a:lnTo>
                    <a:pt x="4303466" y="1786721"/>
                  </a:lnTo>
                  <a:lnTo>
                    <a:pt x="4303466" y="1748581"/>
                  </a:lnTo>
                  <a:lnTo>
                    <a:pt x="4417766" y="1748581"/>
                  </a:lnTo>
                  <a:lnTo>
                    <a:pt x="4417766" y="1786721"/>
                  </a:lnTo>
                  <a:close/>
                </a:path>
                <a:path w="5959475" h="1786890">
                  <a:moveTo>
                    <a:pt x="4265366" y="1786721"/>
                  </a:moveTo>
                  <a:lnTo>
                    <a:pt x="4151066" y="1786721"/>
                  </a:lnTo>
                  <a:lnTo>
                    <a:pt x="4151066" y="1748581"/>
                  </a:lnTo>
                  <a:lnTo>
                    <a:pt x="4265366" y="1748581"/>
                  </a:lnTo>
                  <a:lnTo>
                    <a:pt x="4265366" y="1786721"/>
                  </a:lnTo>
                  <a:close/>
                </a:path>
                <a:path w="5959475" h="1786890">
                  <a:moveTo>
                    <a:pt x="4112966" y="1786721"/>
                  </a:moveTo>
                  <a:lnTo>
                    <a:pt x="3998666" y="1786721"/>
                  </a:lnTo>
                  <a:lnTo>
                    <a:pt x="3998666" y="1748581"/>
                  </a:lnTo>
                  <a:lnTo>
                    <a:pt x="4112966" y="1748581"/>
                  </a:lnTo>
                  <a:lnTo>
                    <a:pt x="4112966" y="1786721"/>
                  </a:lnTo>
                  <a:close/>
                </a:path>
                <a:path w="5959475" h="1786890">
                  <a:moveTo>
                    <a:pt x="3960566" y="1786721"/>
                  </a:moveTo>
                  <a:lnTo>
                    <a:pt x="3846266" y="1786721"/>
                  </a:lnTo>
                  <a:lnTo>
                    <a:pt x="3846266" y="1748581"/>
                  </a:lnTo>
                  <a:lnTo>
                    <a:pt x="3960566" y="1748581"/>
                  </a:lnTo>
                  <a:lnTo>
                    <a:pt x="3960566" y="1786721"/>
                  </a:lnTo>
                  <a:close/>
                </a:path>
                <a:path w="5959475" h="1786890">
                  <a:moveTo>
                    <a:pt x="3808166" y="1786721"/>
                  </a:moveTo>
                  <a:lnTo>
                    <a:pt x="3693866" y="1786721"/>
                  </a:lnTo>
                  <a:lnTo>
                    <a:pt x="3693866" y="1748581"/>
                  </a:lnTo>
                  <a:lnTo>
                    <a:pt x="3808166" y="1748581"/>
                  </a:lnTo>
                  <a:lnTo>
                    <a:pt x="3808166" y="1786721"/>
                  </a:lnTo>
                  <a:close/>
                </a:path>
                <a:path w="5959475" h="1786890">
                  <a:moveTo>
                    <a:pt x="3655766" y="1786721"/>
                  </a:moveTo>
                  <a:lnTo>
                    <a:pt x="3541466" y="1786721"/>
                  </a:lnTo>
                  <a:lnTo>
                    <a:pt x="3541466" y="1748581"/>
                  </a:lnTo>
                  <a:lnTo>
                    <a:pt x="3655766" y="1748581"/>
                  </a:lnTo>
                  <a:lnTo>
                    <a:pt x="3655766" y="1786721"/>
                  </a:lnTo>
                  <a:close/>
                </a:path>
                <a:path w="5959475" h="1786890">
                  <a:moveTo>
                    <a:pt x="3503366" y="1786721"/>
                  </a:moveTo>
                  <a:lnTo>
                    <a:pt x="3389066" y="1786721"/>
                  </a:lnTo>
                  <a:lnTo>
                    <a:pt x="3389066" y="1748581"/>
                  </a:lnTo>
                  <a:lnTo>
                    <a:pt x="3503366" y="1748581"/>
                  </a:lnTo>
                  <a:lnTo>
                    <a:pt x="3503366" y="1786721"/>
                  </a:lnTo>
                  <a:close/>
                </a:path>
                <a:path w="5959475" h="1786890">
                  <a:moveTo>
                    <a:pt x="3350966" y="1786721"/>
                  </a:moveTo>
                  <a:lnTo>
                    <a:pt x="3236666" y="1786721"/>
                  </a:lnTo>
                  <a:lnTo>
                    <a:pt x="3236666" y="1748581"/>
                  </a:lnTo>
                  <a:lnTo>
                    <a:pt x="3350966" y="1748581"/>
                  </a:lnTo>
                  <a:lnTo>
                    <a:pt x="3350966" y="1786721"/>
                  </a:lnTo>
                  <a:close/>
                </a:path>
                <a:path w="5959475" h="1786890">
                  <a:moveTo>
                    <a:pt x="3198566" y="1786721"/>
                  </a:moveTo>
                  <a:lnTo>
                    <a:pt x="3084266" y="1786721"/>
                  </a:lnTo>
                  <a:lnTo>
                    <a:pt x="3084266" y="1748581"/>
                  </a:lnTo>
                  <a:lnTo>
                    <a:pt x="3198566" y="1748581"/>
                  </a:lnTo>
                  <a:lnTo>
                    <a:pt x="3198566" y="1786721"/>
                  </a:lnTo>
                  <a:close/>
                </a:path>
                <a:path w="5959475" h="1786890">
                  <a:moveTo>
                    <a:pt x="3046166" y="1786721"/>
                  </a:moveTo>
                  <a:lnTo>
                    <a:pt x="2931866" y="1786721"/>
                  </a:lnTo>
                  <a:lnTo>
                    <a:pt x="2931866" y="1748581"/>
                  </a:lnTo>
                  <a:lnTo>
                    <a:pt x="3046166" y="1748581"/>
                  </a:lnTo>
                  <a:lnTo>
                    <a:pt x="3046166" y="1786721"/>
                  </a:lnTo>
                  <a:close/>
                </a:path>
                <a:path w="5959475" h="1786890">
                  <a:moveTo>
                    <a:pt x="2893766" y="1786721"/>
                  </a:moveTo>
                  <a:lnTo>
                    <a:pt x="2779466" y="1786721"/>
                  </a:lnTo>
                  <a:lnTo>
                    <a:pt x="2779466" y="1748581"/>
                  </a:lnTo>
                  <a:lnTo>
                    <a:pt x="2893766" y="1748581"/>
                  </a:lnTo>
                  <a:lnTo>
                    <a:pt x="2893766" y="1786721"/>
                  </a:lnTo>
                  <a:close/>
                </a:path>
                <a:path w="5959475" h="1786890">
                  <a:moveTo>
                    <a:pt x="2741366" y="1786721"/>
                  </a:moveTo>
                  <a:lnTo>
                    <a:pt x="2627066" y="1786721"/>
                  </a:lnTo>
                  <a:lnTo>
                    <a:pt x="2627066" y="1748581"/>
                  </a:lnTo>
                  <a:lnTo>
                    <a:pt x="2741366" y="1748581"/>
                  </a:lnTo>
                  <a:lnTo>
                    <a:pt x="2741366" y="1786721"/>
                  </a:lnTo>
                  <a:close/>
                </a:path>
                <a:path w="5959475" h="1786890">
                  <a:moveTo>
                    <a:pt x="2588966" y="1786721"/>
                  </a:moveTo>
                  <a:lnTo>
                    <a:pt x="2474666" y="1786721"/>
                  </a:lnTo>
                  <a:lnTo>
                    <a:pt x="2474666" y="1748581"/>
                  </a:lnTo>
                  <a:lnTo>
                    <a:pt x="2588966" y="1748581"/>
                  </a:lnTo>
                  <a:lnTo>
                    <a:pt x="2588966" y="1786721"/>
                  </a:lnTo>
                  <a:close/>
                </a:path>
                <a:path w="5959475" h="1786890">
                  <a:moveTo>
                    <a:pt x="2436566" y="1786721"/>
                  </a:moveTo>
                  <a:lnTo>
                    <a:pt x="2322266" y="1786721"/>
                  </a:lnTo>
                  <a:lnTo>
                    <a:pt x="2322266" y="1748581"/>
                  </a:lnTo>
                  <a:lnTo>
                    <a:pt x="2436566" y="1748581"/>
                  </a:lnTo>
                  <a:lnTo>
                    <a:pt x="2436566" y="1786721"/>
                  </a:lnTo>
                  <a:close/>
                </a:path>
                <a:path w="5959475" h="1786890">
                  <a:moveTo>
                    <a:pt x="2284166" y="1786721"/>
                  </a:moveTo>
                  <a:lnTo>
                    <a:pt x="2169866" y="1786721"/>
                  </a:lnTo>
                  <a:lnTo>
                    <a:pt x="2169866" y="1748581"/>
                  </a:lnTo>
                  <a:lnTo>
                    <a:pt x="2284166" y="1748581"/>
                  </a:lnTo>
                  <a:lnTo>
                    <a:pt x="2284166" y="1786721"/>
                  </a:lnTo>
                  <a:close/>
                </a:path>
                <a:path w="5959475" h="1786890">
                  <a:moveTo>
                    <a:pt x="2131766" y="1786721"/>
                  </a:moveTo>
                  <a:lnTo>
                    <a:pt x="2017466" y="1786721"/>
                  </a:lnTo>
                  <a:lnTo>
                    <a:pt x="2017466" y="1748581"/>
                  </a:lnTo>
                  <a:lnTo>
                    <a:pt x="2131766" y="1748581"/>
                  </a:lnTo>
                  <a:lnTo>
                    <a:pt x="2131766" y="1786721"/>
                  </a:lnTo>
                  <a:close/>
                </a:path>
                <a:path w="5959475" h="1786890">
                  <a:moveTo>
                    <a:pt x="1979366" y="1786721"/>
                  </a:moveTo>
                  <a:lnTo>
                    <a:pt x="1865066" y="1786721"/>
                  </a:lnTo>
                  <a:lnTo>
                    <a:pt x="1865066" y="1748581"/>
                  </a:lnTo>
                  <a:lnTo>
                    <a:pt x="1979366" y="1748581"/>
                  </a:lnTo>
                  <a:lnTo>
                    <a:pt x="1979366" y="1786721"/>
                  </a:lnTo>
                  <a:close/>
                </a:path>
                <a:path w="5959475" h="1786890">
                  <a:moveTo>
                    <a:pt x="1826966" y="1786721"/>
                  </a:moveTo>
                  <a:lnTo>
                    <a:pt x="1712666" y="1786721"/>
                  </a:lnTo>
                  <a:lnTo>
                    <a:pt x="1712666" y="1748581"/>
                  </a:lnTo>
                  <a:lnTo>
                    <a:pt x="1826966" y="1748581"/>
                  </a:lnTo>
                  <a:lnTo>
                    <a:pt x="1826966" y="1786721"/>
                  </a:lnTo>
                  <a:close/>
                </a:path>
                <a:path w="5959475" h="1786890">
                  <a:moveTo>
                    <a:pt x="1674566" y="1786721"/>
                  </a:moveTo>
                  <a:lnTo>
                    <a:pt x="1560266" y="1786721"/>
                  </a:lnTo>
                  <a:lnTo>
                    <a:pt x="1560266" y="1748581"/>
                  </a:lnTo>
                  <a:lnTo>
                    <a:pt x="1674566" y="1748581"/>
                  </a:lnTo>
                  <a:lnTo>
                    <a:pt x="1674566" y="1786721"/>
                  </a:lnTo>
                  <a:close/>
                </a:path>
                <a:path w="5959475" h="1786890">
                  <a:moveTo>
                    <a:pt x="1522166" y="1786721"/>
                  </a:moveTo>
                  <a:lnTo>
                    <a:pt x="1407866" y="1786721"/>
                  </a:lnTo>
                  <a:lnTo>
                    <a:pt x="1407866" y="1748581"/>
                  </a:lnTo>
                  <a:lnTo>
                    <a:pt x="1522166" y="1748581"/>
                  </a:lnTo>
                  <a:lnTo>
                    <a:pt x="1522166" y="1786721"/>
                  </a:lnTo>
                  <a:close/>
                </a:path>
                <a:path w="5959475" h="1786890">
                  <a:moveTo>
                    <a:pt x="1369766" y="1786721"/>
                  </a:moveTo>
                  <a:lnTo>
                    <a:pt x="1255466" y="1786721"/>
                  </a:lnTo>
                  <a:lnTo>
                    <a:pt x="1255466" y="1748581"/>
                  </a:lnTo>
                  <a:lnTo>
                    <a:pt x="1369766" y="1748581"/>
                  </a:lnTo>
                  <a:lnTo>
                    <a:pt x="1369766" y="1786721"/>
                  </a:lnTo>
                  <a:close/>
                </a:path>
                <a:path w="5959475" h="1786890">
                  <a:moveTo>
                    <a:pt x="1217366" y="1786721"/>
                  </a:moveTo>
                  <a:lnTo>
                    <a:pt x="1103066" y="1786721"/>
                  </a:lnTo>
                  <a:lnTo>
                    <a:pt x="1103066" y="1748581"/>
                  </a:lnTo>
                  <a:lnTo>
                    <a:pt x="1217366" y="1748581"/>
                  </a:lnTo>
                  <a:lnTo>
                    <a:pt x="1217366" y="1786721"/>
                  </a:lnTo>
                  <a:close/>
                </a:path>
                <a:path w="5959475" h="1786890">
                  <a:moveTo>
                    <a:pt x="1064966" y="1786721"/>
                  </a:moveTo>
                  <a:lnTo>
                    <a:pt x="950666" y="1786721"/>
                  </a:lnTo>
                  <a:lnTo>
                    <a:pt x="950666" y="1748581"/>
                  </a:lnTo>
                  <a:lnTo>
                    <a:pt x="1064966" y="1748581"/>
                  </a:lnTo>
                  <a:lnTo>
                    <a:pt x="1064966" y="1786721"/>
                  </a:lnTo>
                  <a:close/>
                </a:path>
                <a:path w="5959475" h="1786890">
                  <a:moveTo>
                    <a:pt x="912566" y="1786721"/>
                  </a:moveTo>
                  <a:lnTo>
                    <a:pt x="798266" y="1786721"/>
                  </a:lnTo>
                  <a:lnTo>
                    <a:pt x="798266" y="1748581"/>
                  </a:lnTo>
                  <a:lnTo>
                    <a:pt x="912566" y="1748581"/>
                  </a:lnTo>
                  <a:lnTo>
                    <a:pt x="912566" y="1786721"/>
                  </a:lnTo>
                  <a:close/>
                </a:path>
                <a:path w="5959475" h="1786890">
                  <a:moveTo>
                    <a:pt x="760166" y="1786721"/>
                  </a:moveTo>
                  <a:lnTo>
                    <a:pt x="645866" y="1786721"/>
                  </a:lnTo>
                  <a:lnTo>
                    <a:pt x="645866" y="1748581"/>
                  </a:lnTo>
                  <a:lnTo>
                    <a:pt x="760166" y="1748581"/>
                  </a:lnTo>
                  <a:lnTo>
                    <a:pt x="760166" y="1786721"/>
                  </a:lnTo>
                  <a:close/>
                </a:path>
                <a:path w="5959475" h="1786890">
                  <a:moveTo>
                    <a:pt x="607766" y="1786721"/>
                  </a:moveTo>
                  <a:lnTo>
                    <a:pt x="493466" y="1786721"/>
                  </a:lnTo>
                  <a:lnTo>
                    <a:pt x="493466" y="1748581"/>
                  </a:lnTo>
                  <a:lnTo>
                    <a:pt x="607766" y="1748581"/>
                  </a:lnTo>
                  <a:lnTo>
                    <a:pt x="607766" y="1786721"/>
                  </a:lnTo>
                  <a:close/>
                </a:path>
                <a:path w="5959475" h="1786890">
                  <a:moveTo>
                    <a:pt x="455210" y="1785208"/>
                  </a:moveTo>
                  <a:lnTo>
                    <a:pt x="437762" y="1784344"/>
                  </a:lnTo>
                  <a:lnTo>
                    <a:pt x="390562" y="1777301"/>
                  </a:lnTo>
                  <a:lnTo>
                    <a:pt x="344494" y="1765723"/>
                  </a:lnTo>
                  <a:lnTo>
                    <a:pt x="342933" y="1765164"/>
                  </a:lnTo>
                  <a:lnTo>
                    <a:pt x="354134" y="1728774"/>
                  </a:lnTo>
                  <a:lnTo>
                    <a:pt x="379577" y="1735798"/>
                  </a:lnTo>
                  <a:lnTo>
                    <a:pt x="405299" y="1741292"/>
                  </a:lnTo>
                  <a:lnTo>
                    <a:pt x="431300" y="1745256"/>
                  </a:lnTo>
                  <a:lnTo>
                    <a:pt x="457580" y="1747690"/>
                  </a:lnTo>
                  <a:lnTo>
                    <a:pt x="455265" y="1784344"/>
                  </a:lnTo>
                  <a:lnTo>
                    <a:pt x="455210" y="1785208"/>
                  </a:lnTo>
                  <a:close/>
                </a:path>
                <a:path w="5959475" h="1786890">
                  <a:moveTo>
                    <a:pt x="307065" y="1752318"/>
                  </a:moveTo>
                  <a:lnTo>
                    <a:pt x="299876" y="1749744"/>
                  </a:lnTo>
                  <a:lnTo>
                    <a:pt x="257028" y="1729494"/>
                  </a:lnTo>
                  <a:lnTo>
                    <a:pt x="216266" y="1705105"/>
                  </a:lnTo>
                  <a:lnTo>
                    <a:pt x="206738" y="1698051"/>
                  </a:lnTo>
                  <a:lnTo>
                    <a:pt x="228428" y="1667186"/>
                  </a:lnTo>
                  <a:lnTo>
                    <a:pt x="250460" y="1681725"/>
                  </a:lnTo>
                  <a:lnTo>
                    <a:pt x="273232" y="1694896"/>
                  </a:lnTo>
                  <a:lnTo>
                    <a:pt x="296745" y="1706699"/>
                  </a:lnTo>
                  <a:lnTo>
                    <a:pt x="320999" y="1717134"/>
                  </a:lnTo>
                  <a:lnTo>
                    <a:pt x="307065" y="1752318"/>
                  </a:lnTo>
                  <a:close/>
                </a:path>
                <a:path w="5959475" h="1786890">
                  <a:moveTo>
                    <a:pt x="176300" y="1675251"/>
                  </a:moveTo>
                  <a:lnTo>
                    <a:pt x="142280" y="1644441"/>
                  </a:lnTo>
                  <a:lnTo>
                    <a:pt x="110010" y="1608810"/>
                  </a:lnTo>
                  <a:lnTo>
                    <a:pt x="97638" y="1592098"/>
                  </a:lnTo>
                  <a:lnTo>
                    <a:pt x="127708" y="1569542"/>
                  </a:lnTo>
                  <a:lnTo>
                    <a:pt x="137459" y="1582073"/>
                  </a:lnTo>
                  <a:lnTo>
                    <a:pt x="147637" y="1594236"/>
                  </a:lnTo>
                  <a:lnTo>
                    <a:pt x="176844" y="1624856"/>
                  </a:lnTo>
                  <a:lnTo>
                    <a:pt x="200554" y="1645920"/>
                  </a:lnTo>
                  <a:lnTo>
                    <a:pt x="176300" y="1675251"/>
                  </a:lnTo>
                  <a:close/>
                </a:path>
                <a:path w="5959475" h="1786890">
                  <a:moveTo>
                    <a:pt x="75906" y="1560911"/>
                  </a:moveTo>
                  <a:lnTo>
                    <a:pt x="57227" y="1529693"/>
                  </a:lnTo>
                  <a:lnTo>
                    <a:pt x="36977" y="1486844"/>
                  </a:lnTo>
                  <a:lnTo>
                    <a:pt x="26660" y="1458038"/>
                  </a:lnTo>
                  <a:lnTo>
                    <a:pt x="62268" y="1445852"/>
                  </a:lnTo>
                  <a:lnTo>
                    <a:pt x="71545" y="1470574"/>
                  </a:lnTo>
                  <a:lnTo>
                    <a:pt x="82223" y="1494621"/>
                  </a:lnTo>
                  <a:lnTo>
                    <a:pt x="94302" y="1517994"/>
                  </a:lnTo>
                  <a:lnTo>
                    <a:pt x="107784" y="1540693"/>
                  </a:lnTo>
                  <a:lnTo>
                    <a:pt x="75906" y="1560911"/>
                  </a:lnTo>
                  <a:close/>
                </a:path>
                <a:path w="5959475" h="1786890">
                  <a:moveTo>
                    <a:pt x="15792" y="1421516"/>
                  </a:moveTo>
                  <a:lnTo>
                    <a:pt x="9420" y="1396159"/>
                  </a:lnTo>
                  <a:lnTo>
                    <a:pt x="2377" y="1348959"/>
                  </a:lnTo>
                  <a:lnTo>
                    <a:pt x="370" y="1308439"/>
                  </a:lnTo>
                  <a:lnTo>
                    <a:pt x="38211" y="1307854"/>
                  </a:lnTo>
                  <a:lnTo>
                    <a:pt x="39393" y="1334247"/>
                  </a:lnTo>
                  <a:lnTo>
                    <a:pt x="42119" y="1360431"/>
                  </a:lnTo>
                  <a:lnTo>
                    <a:pt x="46388" y="1386407"/>
                  </a:lnTo>
                  <a:lnTo>
                    <a:pt x="52201" y="1412173"/>
                  </a:lnTo>
                  <a:lnTo>
                    <a:pt x="15792" y="1421516"/>
                  </a:lnTo>
                  <a:close/>
                </a:path>
                <a:path w="5959475" h="1786890">
                  <a:moveTo>
                    <a:pt x="38157" y="1270276"/>
                  </a:moveTo>
                  <a:lnTo>
                    <a:pt x="0" y="1270276"/>
                  </a:lnTo>
                  <a:lnTo>
                    <a:pt x="0" y="1155976"/>
                  </a:lnTo>
                  <a:lnTo>
                    <a:pt x="38157" y="1155976"/>
                  </a:lnTo>
                  <a:lnTo>
                    <a:pt x="38157" y="1270276"/>
                  </a:lnTo>
                  <a:close/>
                </a:path>
                <a:path w="5959475" h="1786890">
                  <a:moveTo>
                    <a:pt x="38157" y="1117876"/>
                  </a:moveTo>
                  <a:lnTo>
                    <a:pt x="0" y="1117876"/>
                  </a:lnTo>
                  <a:lnTo>
                    <a:pt x="0" y="1003576"/>
                  </a:lnTo>
                  <a:lnTo>
                    <a:pt x="38157" y="1003576"/>
                  </a:lnTo>
                  <a:lnTo>
                    <a:pt x="38157" y="1117876"/>
                  </a:lnTo>
                  <a:close/>
                </a:path>
                <a:path w="5959475" h="1786890">
                  <a:moveTo>
                    <a:pt x="38157" y="965476"/>
                  </a:moveTo>
                  <a:lnTo>
                    <a:pt x="0" y="965476"/>
                  </a:lnTo>
                  <a:lnTo>
                    <a:pt x="0" y="851176"/>
                  </a:lnTo>
                  <a:lnTo>
                    <a:pt x="38157" y="851176"/>
                  </a:lnTo>
                  <a:lnTo>
                    <a:pt x="38157" y="965476"/>
                  </a:lnTo>
                  <a:close/>
                </a:path>
                <a:path w="5959475" h="1786890">
                  <a:moveTo>
                    <a:pt x="38157" y="813076"/>
                  </a:moveTo>
                  <a:lnTo>
                    <a:pt x="0" y="813076"/>
                  </a:lnTo>
                  <a:lnTo>
                    <a:pt x="0" y="698776"/>
                  </a:lnTo>
                  <a:lnTo>
                    <a:pt x="38157" y="698776"/>
                  </a:lnTo>
                  <a:lnTo>
                    <a:pt x="38157" y="813076"/>
                  </a:lnTo>
                  <a:close/>
                </a:path>
                <a:path w="5959475" h="1786890">
                  <a:moveTo>
                    <a:pt x="38157" y="660676"/>
                  </a:moveTo>
                  <a:lnTo>
                    <a:pt x="0" y="660676"/>
                  </a:lnTo>
                  <a:lnTo>
                    <a:pt x="0" y="546376"/>
                  </a:lnTo>
                  <a:lnTo>
                    <a:pt x="38157" y="546376"/>
                  </a:lnTo>
                  <a:lnTo>
                    <a:pt x="38157" y="660676"/>
                  </a:lnTo>
                  <a:close/>
                </a:path>
                <a:path w="5959475" h="1786890">
                  <a:moveTo>
                    <a:pt x="38157" y="508276"/>
                  </a:moveTo>
                  <a:lnTo>
                    <a:pt x="0" y="508276"/>
                  </a:lnTo>
                  <a:lnTo>
                    <a:pt x="0" y="485763"/>
                  </a:lnTo>
                  <a:lnTo>
                    <a:pt x="2377" y="437762"/>
                  </a:lnTo>
                  <a:lnTo>
                    <a:pt x="8851" y="394374"/>
                  </a:lnTo>
                  <a:lnTo>
                    <a:pt x="46153" y="401521"/>
                  </a:lnTo>
                  <a:lnTo>
                    <a:pt x="42655" y="422435"/>
                  </a:lnTo>
                  <a:lnTo>
                    <a:pt x="40156" y="443446"/>
                  </a:lnTo>
                  <a:lnTo>
                    <a:pt x="38657" y="464556"/>
                  </a:lnTo>
                  <a:lnTo>
                    <a:pt x="38157" y="485763"/>
                  </a:lnTo>
                  <a:lnTo>
                    <a:pt x="38157" y="508276"/>
                  </a:lnTo>
                  <a:close/>
                </a:path>
                <a:path w="5959475" h="1786890">
                  <a:moveTo>
                    <a:pt x="54128" y="367251"/>
                  </a:moveTo>
                  <a:lnTo>
                    <a:pt x="17786" y="357273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60508" y="251544"/>
                  </a:lnTo>
                  <a:lnTo>
                    <a:pt x="93686" y="269814"/>
                  </a:lnTo>
                  <a:lnTo>
                    <a:pt x="81636" y="293297"/>
                  </a:lnTo>
                  <a:lnTo>
                    <a:pt x="71027" y="317364"/>
                  </a:lnTo>
                  <a:lnTo>
                    <a:pt x="61857" y="342015"/>
                  </a:lnTo>
                  <a:lnTo>
                    <a:pt x="54128" y="367251"/>
                  </a:lnTo>
                  <a:close/>
                </a:path>
                <a:path w="5959475" h="1786890">
                  <a:moveTo>
                    <a:pt x="111865" y="239671"/>
                  </a:moveTo>
                  <a:lnTo>
                    <a:pt x="80114" y="218776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54029" y="131639"/>
                  </a:lnTo>
                  <a:lnTo>
                    <a:pt x="179744" y="159083"/>
                  </a:lnTo>
                  <a:lnTo>
                    <a:pt x="176200" y="162404"/>
                  </a:lnTo>
                  <a:lnTo>
                    <a:pt x="172710" y="165782"/>
                  </a:lnTo>
                  <a:lnTo>
                    <a:pt x="169275" y="169217"/>
                  </a:lnTo>
                  <a:lnTo>
                    <a:pt x="153571" y="185736"/>
                  </a:lnTo>
                  <a:lnTo>
                    <a:pt x="138769" y="202984"/>
                  </a:lnTo>
                  <a:lnTo>
                    <a:pt x="124867" y="220963"/>
                  </a:lnTo>
                  <a:lnTo>
                    <a:pt x="111865" y="239671"/>
                  </a:lnTo>
                  <a:close/>
                </a:path>
                <a:path w="5959475" h="1786890">
                  <a:moveTo>
                    <a:pt x="206372" y="136031"/>
                  </a:moveTo>
                  <a:lnTo>
                    <a:pt x="182729" y="106444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79694" y="46515"/>
                  </a:lnTo>
                  <a:lnTo>
                    <a:pt x="295644" y="80503"/>
                  </a:lnTo>
                  <a:lnTo>
                    <a:pt x="272091" y="92408"/>
                  </a:lnTo>
                  <a:lnTo>
                    <a:pt x="249362" y="105630"/>
                  </a:lnTo>
                  <a:lnTo>
                    <a:pt x="227455" y="120172"/>
                  </a:lnTo>
                  <a:lnTo>
                    <a:pt x="206372" y="136031"/>
                  </a:lnTo>
                  <a:close/>
                </a:path>
                <a:path w="5959475" h="1786890">
                  <a:moveTo>
                    <a:pt x="327987" y="66846"/>
                  </a:moveTo>
                  <a:lnTo>
                    <a:pt x="314729" y="31658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25353" y="4228"/>
                  </a:lnTo>
                  <a:lnTo>
                    <a:pt x="430043" y="41586"/>
                  </a:lnTo>
                  <a:lnTo>
                    <a:pt x="403973" y="45637"/>
                  </a:lnTo>
                  <a:lnTo>
                    <a:pt x="378273" y="51198"/>
                  </a:lnTo>
                  <a:lnTo>
                    <a:pt x="352945" y="58267"/>
                  </a:lnTo>
                  <a:lnTo>
                    <a:pt x="327987" y="66846"/>
                  </a:lnTo>
                  <a:close/>
                </a:path>
                <a:path w="5959475" h="1786890">
                  <a:moveTo>
                    <a:pt x="465095" y="38579"/>
                  </a:moveTo>
                  <a:lnTo>
                    <a:pt x="463360" y="1109"/>
                  </a:lnTo>
                  <a:lnTo>
                    <a:pt x="485774" y="0"/>
                  </a:lnTo>
                  <a:lnTo>
                    <a:pt x="600121" y="0"/>
                  </a:lnTo>
                  <a:lnTo>
                    <a:pt x="600121" y="38099"/>
                  </a:lnTo>
                  <a:lnTo>
                    <a:pt x="478907" y="38099"/>
                  </a:lnTo>
                  <a:lnTo>
                    <a:pt x="471999" y="38259"/>
                  </a:lnTo>
                  <a:lnTo>
                    <a:pt x="465095" y="38579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7336408"/>
              <a:ext cx="2202815" cy="2246630"/>
            </a:xfrm>
            <a:custGeom>
              <a:avLst/>
              <a:gdLst/>
              <a:ahLst/>
              <a:cxnLst/>
              <a:rect l="l" t="t" r="r" b="b"/>
              <a:pathLst>
                <a:path w="2202815" h="2246629">
                  <a:moveTo>
                    <a:pt x="1079237" y="2246615"/>
                  </a:moveTo>
                  <a:lnTo>
                    <a:pt x="1030510" y="2245577"/>
                  </a:lnTo>
                  <a:lnTo>
                    <a:pt x="982313" y="2242492"/>
                  </a:lnTo>
                  <a:lnTo>
                    <a:pt x="934689" y="2237401"/>
                  </a:lnTo>
                  <a:lnTo>
                    <a:pt x="887680" y="2230347"/>
                  </a:lnTo>
                  <a:lnTo>
                    <a:pt x="841327" y="2221372"/>
                  </a:lnTo>
                  <a:lnTo>
                    <a:pt x="795673" y="2210518"/>
                  </a:lnTo>
                  <a:lnTo>
                    <a:pt x="750759" y="2197827"/>
                  </a:lnTo>
                  <a:lnTo>
                    <a:pt x="706629" y="2183341"/>
                  </a:lnTo>
                  <a:lnTo>
                    <a:pt x="663324" y="2167103"/>
                  </a:lnTo>
                  <a:lnTo>
                    <a:pt x="620887" y="2149154"/>
                  </a:lnTo>
                  <a:lnTo>
                    <a:pt x="579359" y="2129538"/>
                  </a:lnTo>
                  <a:lnTo>
                    <a:pt x="538783" y="2108295"/>
                  </a:lnTo>
                  <a:lnTo>
                    <a:pt x="499201" y="2085468"/>
                  </a:lnTo>
                  <a:lnTo>
                    <a:pt x="460654" y="2061100"/>
                  </a:lnTo>
                  <a:lnTo>
                    <a:pt x="423186" y="2035232"/>
                  </a:lnTo>
                  <a:lnTo>
                    <a:pt x="386838" y="2007906"/>
                  </a:lnTo>
                  <a:lnTo>
                    <a:pt x="351653" y="1979165"/>
                  </a:lnTo>
                  <a:lnTo>
                    <a:pt x="317672" y="1949051"/>
                  </a:lnTo>
                  <a:lnTo>
                    <a:pt x="284938" y="1917606"/>
                  </a:lnTo>
                  <a:lnTo>
                    <a:pt x="253493" y="1884872"/>
                  </a:lnTo>
                  <a:lnTo>
                    <a:pt x="223379" y="1850891"/>
                  </a:lnTo>
                  <a:lnTo>
                    <a:pt x="194638" y="1815705"/>
                  </a:lnTo>
                  <a:lnTo>
                    <a:pt x="167312" y="1779358"/>
                  </a:lnTo>
                  <a:lnTo>
                    <a:pt x="141444" y="1741889"/>
                  </a:lnTo>
                  <a:lnTo>
                    <a:pt x="117076" y="1703343"/>
                  </a:lnTo>
                  <a:lnTo>
                    <a:pt x="94249" y="1663761"/>
                  </a:lnTo>
                  <a:lnTo>
                    <a:pt x="73006" y="1623185"/>
                  </a:lnTo>
                  <a:lnTo>
                    <a:pt x="53390" y="1581657"/>
                  </a:lnTo>
                  <a:lnTo>
                    <a:pt x="35441" y="1539219"/>
                  </a:lnTo>
                  <a:lnTo>
                    <a:pt x="19203" y="1495915"/>
                  </a:lnTo>
                  <a:lnTo>
                    <a:pt x="4717" y="1451785"/>
                  </a:lnTo>
                  <a:lnTo>
                    <a:pt x="0" y="1435088"/>
                  </a:lnTo>
                  <a:lnTo>
                    <a:pt x="0" y="811526"/>
                  </a:lnTo>
                  <a:lnTo>
                    <a:pt x="19203" y="750700"/>
                  </a:lnTo>
                  <a:lnTo>
                    <a:pt x="35441" y="707395"/>
                  </a:lnTo>
                  <a:lnTo>
                    <a:pt x="53390" y="664958"/>
                  </a:lnTo>
                  <a:lnTo>
                    <a:pt x="73006" y="623430"/>
                  </a:lnTo>
                  <a:lnTo>
                    <a:pt x="94249" y="582854"/>
                  </a:lnTo>
                  <a:lnTo>
                    <a:pt x="117076" y="543271"/>
                  </a:lnTo>
                  <a:lnTo>
                    <a:pt x="141444" y="504725"/>
                  </a:lnTo>
                  <a:lnTo>
                    <a:pt x="167312" y="467257"/>
                  </a:lnTo>
                  <a:lnTo>
                    <a:pt x="194638" y="430909"/>
                  </a:lnTo>
                  <a:lnTo>
                    <a:pt x="223379" y="395724"/>
                  </a:lnTo>
                  <a:lnTo>
                    <a:pt x="253493" y="361743"/>
                  </a:lnTo>
                  <a:lnTo>
                    <a:pt x="284938" y="329009"/>
                  </a:lnTo>
                  <a:lnTo>
                    <a:pt x="317672" y="297564"/>
                  </a:lnTo>
                  <a:lnTo>
                    <a:pt x="351653" y="267449"/>
                  </a:lnTo>
                  <a:lnTo>
                    <a:pt x="386838" y="238709"/>
                  </a:lnTo>
                  <a:lnTo>
                    <a:pt x="423186" y="211383"/>
                  </a:lnTo>
                  <a:lnTo>
                    <a:pt x="460654" y="185515"/>
                  </a:lnTo>
                  <a:lnTo>
                    <a:pt x="499201" y="161146"/>
                  </a:lnTo>
                  <a:lnTo>
                    <a:pt x="538783" y="138320"/>
                  </a:lnTo>
                  <a:lnTo>
                    <a:pt x="579359" y="117077"/>
                  </a:lnTo>
                  <a:lnTo>
                    <a:pt x="620887" y="97460"/>
                  </a:lnTo>
                  <a:lnTo>
                    <a:pt x="663324" y="79512"/>
                  </a:lnTo>
                  <a:lnTo>
                    <a:pt x="706629" y="63273"/>
                  </a:lnTo>
                  <a:lnTo>
                    <a:pt x="750759" y="48788"/>
                  </a:lnTo>
                  <a:lnTo>
                    <a:pt x="795673" y="36097"/>
                  </a:lnTo>
                  <a:lnTo>
                    <a:pt x="841327" y="25243"/>
                  </a:lnTo>
                  <a:lnTo>
                    <a:pt x="887680" y="16268"/>
                  </a:lnTo>
                  <a:lnTo>
                    <a:pt x="934689" y="9214"/>
                  </a:lnTo>
                  <a:lnTo>
                    <a:pt x="982313" y="4123"/>
                  </a:lnTo>
                  <a:lnTo>
                    <a:pt x="1030510" y="1037"/>
                  </a:lnTo>
                  <a:lnTo>
                    <a:pt x="1079237" y="0"/>
                  </a:lnTo>
                  <a:lnTo>
                    <a:pt x="1127963" y="1037"/>
                  </a:lnTo>
                  <a:lnTo>
                    <a:pt x="1176160" y="4123"/>
                  </a:lnTo>
                  <a:lnTo>
                    <a:pt x="1223784" y="9214"/>
                  </a:lnTo>
                  <a:lnTo>
                    <a:pt x="1270794" y="16268"/>
                  </a:lnTo>
                  <a:lnTo>
                    <a:pt x="1317147" y="25243"/>
                  </a:lnTo>
                  <a:lnTo>
                    <a:pt x="1362801" y="36097"/>
                  </a:lnTo>
                  <a:lnTo>
                    <a:pt x="1407714" y="48788"/>
                  </a:lnTo>
                  <a:lnTo>
                    <a:pt x="1451844" y="63273"/>
                  </a:lnTo>
                  <a:lnTo>
                    <a:pt x="1495149" y="79512"/>
                  </a:lnTo>
                  <a:lnTo>
                    <a:pt x="1537586" y="97460"/>
                  </a:lnTo>
                  <a:lnTo>
                    <a:pt x="1579114" y="117077"/>
                  </a:lnTo>
                  <a:lnTo>
                    <a:pt x="1619690" y="138320"/>
                  </a:lnTo>
                  <a:lnTo>
                    <a:pt x="1659273" y="161146"/>
                  </a:lnTo>
                  <a:lnTo>
                    <a:pt x="1697819" y="185515"/>
                  </a:lnTo>
                  <a:lnTo>
                    <a:pt x="1735287" y="211383"/>
                  </a:lnTo>
                  <a:lnTo>
                    <a:pt x="1771635" y="238709"/>
                  </a:lnTo>
                  <a:lnTo>
                    <a:pt x="1806820" y="267449"/>
                  </a:lnTo>
                  <a:lnTo>
                    <a:pt x="1840801" y="297564"/>
                  </a:lnTo>
                  <a:lnTo>
                    <a:pt x="1873535" y="329009"/>
                  </a:lnTo>
                  <a:lnTo>
                    <a:pt x="1904980" y="361743"/>
                  </a:lnTo>
                  <a:lnTo>
                    <a:pt x="1935094" y="395724"/>
                  </a:lnTo>
                  <a:lnTo>
                    <a:pt x="1963835" y="430909"/>
                  </a:lnTo>
                  <a:lnTo>
                    <a:pt x="1991161" y="467257"/>
                  </a:lnTo>
                  <a:lnTo>
                    <a:pt x="2017029" y="504725"/>
                  </a:lnTo>
                  <a:lnTo>
                    <a:pt x="2041398" y="543271"/>
                  </a:lnTo>
                  <a:lnTo>
                    <a:pt x="2064224" y="582854"/>
                  </a:lnTo>
                  <a:lnTo>
                    <a:pt x="2085467" y="623430"/>
                  </a:lnTo>
                  <a:lnTo>
                    <a:pt x="2105084" y="664958"/>
                  </a:lnTo>
                  <a:lnTo>
                    <a:pt x="2123032" y="707395"/>
                  </a:lnTo>
                  <a:lnTo>
                    <a:pt x="2139270" y="750700"/>
                  </a:lnTo>
                  <a:lnTo>
                    <a:pt x="2153756" y="794830"/>
                  </a:lnTo>
                  <a:lnTo>
                    <a:pt x="2166447" y="839743"/>
                  </a:lnTo>
                  <a:lnTo>
                    <a:pt x="2177301" y="885397"/>
                  </a:lnTo>
                  <a:lnTo>
                    <a:pt x="2186276" y="931750"/>
                  </a:lnTo>
                  <a:lnTo>
                    <a:pt x="2193330" y="978760"/>
                  </a:lnTo>
                  <a:lnTo>
                    <a:pt x="2198421" y="1026384"/>
                  </a:lnTo>
                  <a:lnTo>
                    <a:pt x="2201507" y="1074580"/>
                  </a:lnTo>
                  <a:lnTo>
                    <a:pt x="2202544" y="1123307"/>
                  </a:lnTo>
                  <a:lnTo>
                    <a:pt x="2201507" y="1172034"/>
                  </a:lnTo>
                  <a:lnTo>
                    <a:pt x="2198421" y="1220230"/>
                  </a:lnTo>
                  <a:lnTo>
                    <a:pt x="2193330" y="1267855"/>
                  </a:lnTo>
                  <a:lnTo>
                    <a:pt x="2186276" y="1314864"/>
                  </a:lnTo>
                  <a:lnTo>
                    <a:pt x="2177301" y="1361217"/>
                  </a:lnTo>
                  <a:lnTo>
                    <a:pt x="2166447" y="1406871"/>
                  </a:lnTo>
                  <a:lnTo>
                    <a:pt x="2153756" y="1451785"/>
                  </a:lnTo>
                  <a:lnTo>
                    <a:pt x="2139270" y="1495915"/>
                  </a:lnTo>
                  <a:lnTo>
                    <a:pt x="2123032" y="1539219"/>
                  </a:lnTo>
                  <a:lnTo>
                    <a:pt x="2105084" y="1581657"/>
                  </a:lnTo>
                  <a:lnTo>
                    <a:pt x="2085467" y="1623185"/>
                  </a:lnTo>
                  <a:lnTo>
                    <a:pt x="2064224" y="1663761"/>
                  </a:lnTo>
                  <a:lnTo>
                    <a:pt x="2041398" y="1703343"/>
                  </a:lnTo>
                  <a:lnTo>
                    <a:pt x="2017029" y="1741889"/>
                  </a:lnTo>
                  <a:lnTo>
                    <a:pt x="1991161" y="1779358"/>
                  </a:lnTo>
                  <a:lnTo>
                    <a:pt x="1963835" y="1815705"/>
                  </a:lnTo>
                  <a:lnTo>
                    <a:pt x="1935094" y="1850891"/>
                  </a:lnTo>
                  <a:lnTo>
                    <a:pt x="1904980" y="1884872"/>
                  </a:lnTo>
                  <a:lnTo>
                    <a:pt x="1873535" y="1917606"/>
                  </a:lnTo>
                  <a:lnTo>
                    <a:pt x="1840801" y="1949051"/>
                  </a:lnTo>
                  <a:lnTo>
                    <a:pt x="1806820" y="1979165"/>
                  </a:lnTo>
                  <a:lnTo>
                    <a:pt x="1771635" y="2007906"/>
                  </a:lnTo>
                  <a:lnTo>
                    <a:pt x="1735287" y="2035232"/>
                  </a:lnTo>
                  <a:lnTo>
                    <a:pt x="1697819" y="2061100"/>
                  </a:lnTo>
                  <a:lnTo>
                    <a:pt x="1659273" y="2085468"/>
                  </a:lnTo>
                  <a:lnTo>
                    <a:pt x="1619690" y="2108295"/>
                  </a:lnTo>
                  <a:lnTo>
                    <a:pt x="1579114" y="2129538"/>
                  </a:lnTo>
                  <a:lnTo>
                    <a:pt x="1537586" y="2149154"/>
                  </a:lnTo>
                  <a:lnTo>
                    <a:pt x="1495149" y="2167103"/>
                  </a:lnTo>
                  <a:lnTo>
                    <a:pt x="1451844" y="2183341"/>
                  </a:lnTo>
                  <a:lnTo>
                    <a:pt x="1407714" y="2197827"/>
                  </a:lnTo>
                  <a:lnTo>
                    <a:pt x="1362801" y="2210518"/>
                  </a:lnTo>
                  <a:lnTo>
                    <a:pt x="1317147" y="2221372"/>
                  </a:lnTo>
                  <a:lnTo>
                    <a:pt x="1270794" y="2230347"/>
                  </a:lnTo>
                  <a:lnTo>
                    <a:pt x="1223784" y="2237401"/>
                  </a:lnTo>
                  <a:lnTo>
                    <a:pt x="1176160" y="2242492"/>
                  </a:lnTo>
                  <a:lnTo>
                    <a:pt x="1127963" y="2245577"/>
                  </a:lnTo>
                  <a:lnTo>
                    <a:pt x="1079237" y="2246615"/>
                  </a:lnTo>
                  <a:close/>
                </a:path>
              </a:pathLst>
            </a:custGeom>
            <a:solidFill>
              <a:srgbClr val="DBE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0" y="7336408"/>
              <a:ext cx="7258684" cy="2246630"/>
            </a:xfrm>
            <a:custGeom>
              <a:avLst/>
              <a:gdLst/>
              <a:ahLst/>
              <a:cxnLst/>
              <a:rect l="l" t="t" r="r" b="b"/>
              <a:pathLst>
                <a:path w="7258684" h="2246629">
                  <a:moveTo>
                    <a:pt x="14592" y="1379321"/>
                  </a:moveTo>
                  <a:lnTo>
                    <a:pt x="9931" y="1358988"/>
                  </a:lnTo>
                  <a:lnTo>
                    <a:pt x="5651" y="1338567"/>
                  </a:lnTo>
                  <a:lnTo>
                    <a:pt x="1765" y="1318056"/>
                  </a:lnTo>
                  <a:lnTo>
                    <a:pt x="0" y="1307592"/>
                  </a:lnTo>
                  <a:lnTo>
                    <a:pt x="0" y="1382826"/>
                  </a:lnTo>
                  <a:lnTo>
                    <a:pt x="14592" y="1379321"/>
                  </a:lnTo>
                  <a:close/>
                </a:path>
                <a:path w="7258684" h="2246629">
                  <a:moveTo>
                    <a:pt x="17678" y="854697"/>
                  </a:moveTo>
                  <a:lnTo>
                    <a:pt x="0" y="850239"/>
                  </a:lnTo>
                  <a:lnTo>
                    <a:pt x="0" y="936345"/>
                  </a:lnTo>
                  <a:lnTo>
                    <a:pt x="393" y="936345"/>
                  </a:lnTo>
                  <a:lnTo>
                    <a:pt x="4114" y="915847"/>
                  </a:lnTo>
                  <a:lnTo>
                    <a:pt x="8255" y="895375"/>
                  </a:lnTo>
                  <a:lnTo>
                    <a:pt x="12776" y="874991"/>
                  </a:lnTo>
                  <a:lnTo>
                    <a:pt x="17678" y="854697"/>
                  </a:lnTo>
                  <a:close/>
                </a:path>
                <a:path w="7258684" h="2246629">
                  <a:moveTo>
                    <a:pt x="46050" y="1486115"/>
                  </a:moveTo>
                  <a:lnTo>
                    <a:pt x="39319" y="1466354"/>
                  </a:lnTo>
                  <a:lnTo>
                    <a:pt x="32981" y="1446466"/>
                  </a:lnTo>
                  <a:lnTo>
                    <a:pt x="27012" y="1426464"/>
                  </a:lnTo>
                  <a:lnTo>
                    <a:pt x="21437" y="1406334"/>
                  </a:lnTo>
                  <a:lnTo>
                    <a:pt x="0" y="1412062"/>
                  </a:lnTo>
                  <a:lnTo>
                    <a:pt x="0" y="1435100"/>
                  </a:lnTo>
                  <a:lnTo>
                    <a:pt x="4711" y="1451787"/>
                  </a:lnTo>
                  <a:lnTo>
                    <a:pt x="19088" y="1495590"/>
                  </a:lnTo>
                  <a:lnTo>
                    <a:pt x="46050" y="1486115"/>
                  </a:lnTo>
                  <a:close/>
                </a:path>
                <a:path w="7258684" h="2246629">
                  <a:moveTo>
                    <a:pt x="50406" y="748296"/>
                  </a:moveTo>
                  <a:lnTo>
                    <a:pt x="23749" y="738581"/>
                  </a:lnTo>
                  <a:lnTo>
                    <a:pt x="19202" y="750709"/>
                  </a:lnTo>
                  <a:lnTo>
                    <a:pt x="4711" y="794842"/>
                  </a:lnTo>
                  <a:lnTo>
                    <a:pt x="0" y="811530"/>
                  </a:lnTo>
                  <a:lnTo>
                    <a:pt x="0" y="820864"/>
                  </a:lnTo>
                  <a:lnTo>
                    <a:pt x="24828" y="827811"/>
                  </a:lnTo>
                  <a:lnTo>
                    <a:pt x="30645" y="807745"/>
                  </a:lnTo>
                  <a:lnTo>
                    <a:pt x="36855" y="787806"/>
                  </a:lnTo>
                  <a:lnTo>
                    <a:pt x="43434" y="767994"/>
                  </a:lnTo>
                  <a:lnTo>
                    <a:pt x="50406" y="748296"/>
                  </a:lnTo>
                  <a:close/>
                </a:path>
                <a:path w="7258684" h="2246629">
                  <a:moveTo>
                    <a:pt x="88277" y="1589138"/>
                  </a:moveTo>
                  <a:lnTo>
                    <a:pt x="79552" y="1570151"/>
                  </a:lnTo>
                  <a:lnTo>
                    <a:pt x="71208" y="1551012"/>
                  </a:lnTo>
                  <a:lnTo>
                    <a:pt x="63220" y="1531721"/>
                  </a:lnTo>
                  <a:lnTo>
                    <a:pt x="55613" y="1512277"/>
                  </a:lnTo>
                  <a:lnTo>
                    <a:pt x="29108" y="1522349"/>
                  </a:lnTo>
                  <a:lnTo>
                    <a:pt x="35433" y="1539227"/>
                  </a:lnTo>
                  <a:lnTo>
                    <a:pt x="53378" y="1581658"/>
                  </a:lnTo>
                  <a:lnTo>
                    <a:pt x="62623" y="1601216"/>
                  </a:lnTo>
                  <a:lnTo>
                    <a:pt x="88277" y="1589138"/>
                  </a:lnTo>
                  <a:close/>
                </a:path>
                <a:path w="7258684" h="2246629">
                  <a:moveTo>
                    <a:pt x="93840" y="645782"/>
                  </a:moveTo>
                  <a:lnTo>
                    <a:pt x="68300" y="633387"/>
                  </a:lnTo>
                  <a:lnTo>
                    <a:pt x="53378" y="664959"/>
                  </a:lnTo>
                  <a:lnTo>
                    <a:pt x="35433" y="707402"/>
                  </a:lnTo>
                  <a:lnTo>
                    <a:pt x="33769" y="711847"/>
                  </a:lnTo>
                  <a:lnTo>
                    <a:pt x="60261" y="722287"/>
                  </a:lnTo>
                  <a:lnTo>
                    <a:pt x="68110" y="702919"/>
                  </a:lnTo>
                  <a:lnTo>
                    <a:pt x="76314" y="683717"/>
                  </a:lnTo>
                  <a:lnTo>
                    <a:pt x="84899" y="664679"/>
                  </a:lnTo>
                  <a:lnTo>
                    <a:pt x="93840" y="645782"/>
                  </a:lnTo>
                  <a:close/>
                </a:path>
                <a:path w="7258684" h="2246629">
                  <a:moveTo>
                    <a:pt x="140792" y="1687322"/>
                  </a:moveTo>
                  <a:lnTo>
                    <a:pt x="130187" y="1669313"/>
                  </a:lnTo>
                  <a:lnTo>
                    <a:pt x="119926" y="1651127"/>
                  </a:lnTo>
                  <a:lnTo>
                    <a:pt x="110020" y="1632750"/>
                  </a:lnTo>
                  <a:lnTo>
                    <a:pt x="100457" y="1614182"/>
                  </a:lnTo>
                  <a:lnTo>
                    <a:pt x="74980" y="1626984"/>
                  </a:lnTo>
                  <a:lnTo>
                    <a:pt x="94246" y="1663763"/>
                  </a:lnTo>
                  <a:lnTo>
                    <a:pt x="116332" y="1702066"/>
                  </a:lnTo>
                  <a:lnTo>
                    <a:pt x="140792" y="1687322"/>
                  </a:lnTo>
                  <a:close/>
                </a:path>
                <a:path w="7258684" h="2246629">
                  <a:moveTo>
                    <a:pt x="147523" y="548233"/>
                  </a:moveTo>
                  <a:lnTo>
                    <a:pt x="123380" y="533298"/>
                  </a:lnTo>
                  <a:lnTo>
                    <a:pt x="117068" y="543280"/>
                  </a:lnTo>
                  <a:lnTo>
                    <a:pt x="94246" y="582853"/>
                  </a:lnTo>
                  <a:lnTo>
                    <a:pt x="81140" y="607885"/>
                  </a:lnTo>
                  <a:lnTo>
                    <a:pt x="106311" y="620915"/>
                  </a:lnTo>
                  <a:lnTo>
                    <a:pt x="116090" y="602462"/>
                  </a:lnTo>
                  <a:lnTo>
                    <a:pt x="126212" y="584187"/>
                  </a:lnTo>
                  <a:lnTo>
                    <a:pt x="136690" y="566115"/>
                  </a:lnTo>
                  <a:lnTo>
                    <a:pt x="147523" y="548233"/>
                  </a:lnTo>
                  <a:close/>
                </a:path>
                <a:path w="7258684" h="2246629">
                  <a:moveTo>
                    <a:pt x="203034" y="1779676"/>
                  </a:moveTo>
                  <a:lnTo>
                    <a:pt x="190652" y="1762836"/>
                  </a:lnTo>
                  <a:lnTo>
                    <a:pt x="178587" y="1745780"/>
                  </a:lnTo>
                  <a:lnTo>
                    <a:pt x="166865" y="1728495"/>
                  </a:lnTo>
                  <a:lnTo>
                    <a:pt x="155460" y="1710994"/>
                  </a:lnTo>
                  <a:lnTo>
                    <a:pt x="131546" y="1726247"/>
                  </a:lnTo>
                  <a:lnTo>
                    <a:pt x="141439" y="1741893"/>
                  </a:lnTo>
                  <a:lnTo>
                    <a:pt x="167309" y="1779358"/>
                  </a:lnTo>
                  <a:lnTo>
                    <a:pt x="180340" y="1796707"/>
                  </a:lnTo>
                  <a:lnTo>
                    <a:pt x="203034" y="1779676"/>
                  </a:lnTo>
                  <a:close/>
                </a:path>
                <a:path w="7258684" h="2246629">
                  <a:moveTo>
                    <a:pt x="210845" y="456615"/>
                  </a:moveTo>
                  <a:lnTo>
                    <a:pt x="188328" y="439305"/>
                  </a:lnTo>
                  <a:lnTo>
                    <a:pt x="167309" y="467258"/>
                  </a:lnTo>
                  <a:lnTo>
                    <a:pt x="141439" y="504736"/>
                  </a:lnTo>
                  <a:lnTo>
                    <a:pt x="138633" y="509168"/>
                  </a:lnTo>
                  <a:lnTo>
                    <a:pt x="162458" y="524751"/>
                  </a:lnTo>
                  <a:lnTo>
                    <a:pt x="174066" y="507377"/>
                  </a:lnTo>
                  <a:lnTo>
                    <a:pt x="185991" y="490232"/>
                  </a:lnTo>
                  <a:lnTo>
                    <a:pt x="198259" y="473316"/>
                  </a:lnTo>
                  <a:lnTo>
                    <a:pt x="210845" y="456615"/>
                  </a:lnTo>
                  <a:close/>
                </a:path>
                <a:path w="7258684" h="2246629">
                  <a:moveTo>
                    <a:pt x="274307" y="1865261"/>
                  </a:moveTo>
                  <a:lnTo>
                    <a:pt x="260286" y="1849767"/>
                  </a:lnTo>
                  <a:lnTo>
                    <a:pt x="246557" y="1834019"/>
                  </a:lnTo>
                  <a:lnTo>
                    <a:pt x="233146" y="1818005"/>
                  </a:lnTo>
                  <a:lnTo>
                    <a:pt x="220027" y="1801736"/>
                  </a:lnTo>
                  <a:lnTo>
                    <a:pt x="197662" y="1819427"/>
                  </a:lnTo>
                  <a:lnTo>
                    <a:pt x="223367" y="1850898"/>
                  </a:lnTo>
                  <a:lnTo>
                    <a:pt x="253288" y="1884654"/>
                  </a:lnTo>
                  <a:lnTo>
                    <a:pt x="274307" y="1865261"/>
                  </a:lnTo>
                  <a:close/>
                </a:path>
                <a:path w="7258684" h="2246629">
                  <a:moveTo>
                    <a:pt x="283108" y="371868"/>
                  </a:moveTo>
                  <a:lnTo>
                    <a:pt x="262483" y="352386"/>
                  </a:lnTo>
                  <a:lnTo>
                    <a:pt x="253492" y="361746"/>
                  </a:lnTo>
                  <a:lnTo>
                    <a:pt x="223367" y="395732"/>
                  </a:lnTo>
                  <a:lnTo>
                    <a:pt x="206057" y="416915"/>
                  </a:lnTo>
                  <a:lnTo>
                    <a:pt x="228092" y="434759"/>
                  </a:lnTo>
                  <a:lnTo>
                    <a:pt x="241388" y="418655"/>
                  </a:lnTo>
                  <a:lnTo>
                    <a:pt x="255003" y="402793"/>
                  </a:lnTo>
                  <a:lnTo>
                    <a:pt x="268909" y="387197"/>
                  </a:lnTo>
                  <a:lnTo>
                    <a:pt x="283108" y="371868"/>
                  </a:lnTo>
                  <a:close/>
                </a:path>
                <a:path w="7258684" h="2246629">
                  <a:moveTo>
                    <a:pt x="353860" y="1943214"/>
                  </a:moveTo>
                  <a:lnTo>
                    <a:pt x="338353" y="1929218"/>
                  </a:lnTo>
                  <a:lnTo>
                    <a:pt x="323113" y="1914931"/>
                  </a:lnTo>
                  <a:lnTo>
                    <a:pt x="308140" y="1900364"/>
                  </a:lnTo>
                  <a:lnTo>
                    <a:pt x="293446" y="1885505"/>
                  </a:lnTo>
                  <a:lnTo>
                    <a:pt x="273075" y="1905266"/>
                  </a:lnTo>
                  <a:lnTo>
                    <a:pt x="284937" y="1917611"/>
                  </a:lnTo>
                  <a:lnTo>
                    <a:pt x="317665" y="1949056"/>
                  </a:lnTo>
                  <a:lnTo>
                    <a:pt x="335051" y="1964461"/>
                  </a:lnTo>
                  <a:lnTo>
                    <a:pt x="353860" y="1943214"/>
                  </a:lnTo>
                  <a:close/>
                </a:path>
                <a:path w="7258684" h="2246629">
                  <a:moveTo>
                    <a:pt x="363575" y="294855"/>
                  </a:moveTo>
                  <a:lnTo>
                    <a:pt x="344995" y="273354"/>
                  </a:lnTo>
                  <a:lnTo>
                    <a:pt x="317665" y="297573"/>
                  </a:lnTo>
                  <a:lnTo>
                    <a:pt x="284937" y="329018"/>
                  </a:lnTo>
                  <a:lnTo>
                    <a:pt x="282270" y="331774"/>
                  </a:lnTo>
                  <a:lnTo>
                    <a:pt x="302488" y="351853"/>
                  </a:lnTo>
                  <a:lnTo>
                    <a:pt x="317360" y="337172"/>
                  </a:lnTo>
                  <a:lnTo>
                    <a:pt x="332498" y="322770"/>
                  </a:lnTo>
                  <a:lnTo>
                    <a:pt x="347903" y="308660"/>
                  </a:lnTo>
                  <a:lnTo>
                    <a:pt x="363575" y="294855"/>
                  </a:lnTo>
                  <a:close/>
                </a:path>
                <a:path w="7258684" h="2246629">
                  <a:moveTo>
                    <a:pt x="440893" y="2012734"/>
                  </a:moveTo>
                  <a:lnTo>
                    <a:pt x="424053" y="2000377"/>
                  </a:lnTo>
                  <a:lnTo>
                    <a:pt x="407441" y="1987715"/>
                  </a:lnTo>
                  <a:lnTo>
                    <a:pt x="391083" y="1974723"/>
                  </a:lnTo>
                  <a:lnTo>
                    <a:pt x="374967" y="1961426"/>
                  </a:lnTo>
                  <a:lnTo>
                    <a:pt x="356616" y="1983232"/>
                  </a:lnTo>
                  <a:lnTo>
                    <a:pt x="386829" y="2007908"/>
                  </a:lnTo>
                  <a:lnTo>
                    <a:pt x="423176" y="2035238"/>
                  </a:lnTo>
                  <a:lnTo>
                    <a:pt x="424205" y="2035949"/>
                  </a:lnTo>
                  <a:lnTo>
                    <a:pt x="440893" y="2012734"/>
                  </a:lnTo>
                  <a:close/>
                </a:path>
                <a:path w="7258684" h="2246629">
                  <a:moveTo>
                    <a:pt x="451421" y="226352"/>
                  </a:moveTo>
                  <a:lnTo>
                    <a:pt x="435140" y="203136"/>
                  </a:lnTo>
                  <a:lnTo>
                    <a:pt x="423176" y="211391"/>
                  </a:lnTo>
                  <a:lnTo>
                    <a:pt x="386829" y="238709"/>
                  </a:lnTo>
                  <a:lnTo>
                    <a:pt x="366903" y="254990"/>
                  </a:lnTo>
                  <a:lnTo>
                    <a:pt x="384886" y="276885"/>
                  </a:lnTo>
                  <a:lnTo>
                    <a:pt x="401167" y="263779"/>
                  </a:lnTo>
                  <a:lnTo>
                    <a:pt x="417677" y="250990"/>
                  </a:lnTo>
                  <a:lnTo>
                    <a:pt x="434428" y="238518"/>
                  </a:lnTo>
                  <a:lnTo>
                    <a:pt x="451421" y="226352"/>
                  </a:lnTo>
                  <a:close/>
                </a:path>
                <a:path w="7258684" h="2246629">
                  <a:moveTo>
                    <a:pt x="534504" y="2073071"/>
                  </a:moveTo>
                  <a:lnTo>
                    <a:pt x="516496" y="2062492"/>
                  </a:lnTo>
                  <a:lnTo>
                    <a:pt x="498703" y="2051583"/>
                  </a:lnTo>
                  <a:lnTo>
                    <a:pt x="481114" y="2040318"/>
                  </a:lnTo>
                  <a:lnTo>
                    <a:pt x="463740" y="2028723"/>
                  </a:lnTo>
                  <a:lnTo>
                    <a:pt x="447751" y="2052193"/>
                  </a:lnTo>
                  <a:lnTo>
                    <a:pt x="460654" y="2061108"/>
                  </a:lnTo>
                  <a:lnTo>
                    <a:pt x="499198" y="2085479"/>
                  </a:lnTo>
                  <a:lnTo>
                    <a:pt x="520357" y="2097684"/>
                  </a:lnTo>
                  <a:lnTo>
                    <a:pt x="534504" y="2073071"/>
                  </a:lnTo>
                  <a:close/>
                </a:path>
                <a:path w="7258684" h="2246629">
                  <a:moveTo>
                    <a:pt x="545744" y="167119"/>
                  </a:moveTo>
                  <a:lnTo>
                    <a:pt x="531876" y="142303"/>
                  </a:lnTo>
                  <a:lnTo>
                    <a:pt x="499198" y="161150"/>
                  </a:lnTo>
                  <a:lnTo>
                    <a:pt x="460654" y="185521"/>
                  </a:lnTo>
                  <a:lnTo>
                    <a:pt x="458660" y="186893"/>
                  </a:lnTo>
                  <a:lnTo>
                    <a:pt x="474433" y="210654"/>
                  </a:lnTo>
                  <a:lnTo>
                    <a:pt x="491959" y="199250"/>
                  </a:lnTo>
                  <a:lnTo>
                    <a:pt x="509689" y="188201"/>
                  </a:lnTo>
                  <a:lnTo>
                    <a:pt x="527621" y="177495"/>
                  </a:lnTo>
                  <a:lnTo>
                    <a:pt x="545744" y="167119"/>
                  </a:lnTo>
                  <a:close/>
                </a:path>
                <a:path w="7258684" h="2246629">
                  <a:moveTo>
                    <a:pt x="633755" y="2123567"/>
                  </a:moveTo>
                  <a:lnTo>
                    <a:pt x="614781" y="2114893"/>
                  </a:lnTo>
                  <a:lnTo>
                    <a:pt x="595972" y="2105837"/>
                  </a:lnTo>
                  <a:lnTo>
                    <a:pt x="577329" y="2096439"/>
                  </a:lnTo>
                  <a:lnTo>
                    <a:pt x="558863" y="2086660"/>
                  </a:lnTo>
                  <a:lnTo>
                    <a:pt x="545299" y="2111718"/>
                  </a:lnTo>
                  <a:lnTo>
                    <a:pt x="579348" y="2129548"/>
                  </a:lnTo>
                  <a:lnTo>
                    <a:pt x="620877" y="2149157"/>
                  </a:lnTo>
                  <a:lnTo>
                    <a:pt x="622109" y="2149678"/>
                  </a:lnTo>
                  <a:lnTo>
                    <a:pt x="633755" y="2123567"/>
                  </a:lnTo>
                  <a:close/>
                </a:path>
                <a:path w="7258684" h="2246629">
                  <a:moveTo>
                    <a:pt x="645604" y="117805"/>
                  </a:moveTo>
                  <a:lnTo>
                    <a:pt x="634365" y="91757"/>
                  </a:lnTo>
                  <a:lnTo>
                    <a:pt x="620877" y="97459"/>
                  </a:lnTo>
                  <a:lnTo>
                    <a:pt x="579348" y="117081"/>
                  </a:lnTo>
                  <a:lnTo>
                    <a:pt x="557022" y="128765"/>
                  </a:lnTo>
                  <a:lnTo>
                    <a:pt x="570217" y="153847"/>
                  </a:lnTo>
                  <a:lnTo>
                    <a:pt x="588810" y="144284"/>
                  </a:lnTo>
                  <a:lnTo>
                    <a:pt x="607580" y="135089"/>
                  </a:lnTo>
                  <a:lnTo>
                    <a:pt x="626503" y="126263"/>
                  </a:lnTo>
                  <a:lnTo>
                    <a:pt x="645604" y="117805"/>
                  </a:lnTo>
                  <a:close/>
                </a:path>
                <a:path w="7258684" h="2246629">
                  <a:moveTo>
                    <a:pt x="737654" y="2163661"/>
                  </a:moveTo>
                  <a:lnTo>
                    <a:pt x="717880" y="2156968"/>
                  </a:lnTo>
                  <a:lnTo>
                    <a:pt x="698233" y="2149881"/>
                  </a:lnTo>
                  <a:lnTo>
                    <a:pt x="678738" y="2142439"/>
                  </a:lnTo>
                  <a:lnTo>
                    <a:pt x="659371" y="2134603"/>
                  </a:lnTo>
                  <a:lnTo>
                    <a:pt x="648474" y="2160828"/>
                  </a:lnTo>
                  <a:lnTo>
                    <a:pt x="663321" y="2167115"/>
                  </a:lnTo>
                  <a:lnTo>
                    <a:pt x="706628" y="2183346"/>
                  </a:lnTo>
                  <a:lnTo>
                    <a:pt x="728802" y="2190623"/>
                  </a:lnTo>
                  <a:lnTo>
                    <a:pt x="737654" y="2163661"/>
                  </a:lnTo>
                  <a:close/>
                </a:path>
                <a:path w="7258684" h="2246629">
                  <a:moveTo>
                    <a:pt x="749985" y="78943"/>
                  </a:moveTo>
                  <a:lnTo>
                    <a:pt x="741451" y="51841"/>
                  </a:lnTo>
                  <a:lnTo>
                    <a:pt x="706628" y="63284"/>
                  </a:lnTo>
                  <a:lnTo>
                    <a:pt x="663321" y="79514"/>
                  </a:lnTo>
                  <a:lnTo>
                    <a:pt x="660641" y="80645"/>
                  </a:lnTo>
                  <a:lnTo>
                    <a:pt x="671271" y="107099"/>
                  </a:lnTo>
                  <a:lnTo>
                    <a:pt x="690753" y="99491"/>
                  </a:lnTo>
                  <a:lnTo>
                    <a:pt x="710361" y="92265"/>
                  </a:lnTo>
                  <a:lnTo>
                    <a:pt x="730110" y="85407"/>
                  </a:lnTo>
                  <a:lnTo>
                    <a:pt x="749985" y="78943"/>
                  </a:lnTo>
                  <a:close/>
                </a:path>
                <a:path w="7258684" h="2246629">
                  <a:moveTo>
                    <a:pt x="845096" y="2192909"/>
                  </a:moveTo>
                  <a:lnTo>
                    <a:pt x="824725" y="2188260"/>
                  </a:lnTo>
                  <a:lnTo>
                    <a:pt x="804456" y="2183231"/>
                  </a:lnTo>
                  <a:lnTo>
                    <a:pt x="784288" y="2177821"/>
                  </a:lnTo>
                  <a:lnTo>
                    <a:pt x="764235" y="2172004"/>
                  </a:lnTo>
                  <a:lnTo>
                    <a:pt x="756043" y="2199322"/>
                  </a:lnTo>
                  <a:lnTo>
                    <a:pt x="795667" y="2210524"/>
                  </a:lnTo>
                  <a:lnTo>
                    <a:pt x="839012" y="2220836"/>
                  </a:lnTo>
                  <a:lnTo>
                    <a:pt x="845096" y="2192909"/>
                  </a:lnTo>
                  <a:close/>
                </a:path>
                <a:path w="7258684" h="2246629">
                  <a:moveTo>
                    <a:pt x="857796" y="50977"/>
                  </a:moveTo>
                  <a:lnTo>
                    <a:pt x="852093" y="23164"/>
                  </a:lnTo>
                  <a:lnTo>
                    <a:pt x="841324" y="25247"/>
                  </a:lnTo>
                  <a:lnTo>
                    <a:pt x="795667" y="36106"/>
                  </a:lnTo>
                  <a:lnTo>
                    <a:pt x="768743" y="43713"/>
                  </a:lnTo>
                  <a:lnTo>
                    <a:pt x="776566" y="70942"/>
                  </a:lnTo>
                  <a:lnTo>
                    <a:pt x="796721" y="65366"/>
                  </a:lnTo>
                  <a:lnTo>
                    <a:pt x="816978" y="60185"/>
                  </a:lnTo>
                  <a:lnTo>
                    <a:pt x="837336" y="55384"/>
                  </a:lnTo>
                  <a:lnTo>
                    <a:pt x="857796" y="50977"/>
                  </a:lnTo>
                  <a:close/>
                </a:path>
                <a:path w="7258684" h="2246629">
                  <a:moveTo>
                    <a:pt x="954989" y="2211019"/>
                  </a:moveTo>
                  <a:lnTo>
                    <a:pt x="934224" y="2208479"/>
                  </a:lnTo>
                  <a:lnTo>
                    <a:pt x="913536" y="2205545"/>
                  </a:lnTo>
                  <a:lnTo>
                    <a:pt x="892911" y="2202205"/>
                  </a:lnTo>
                  <a:lnTo>
                    <a:pt x="872375" y="2198484"/>
                  </a:lnTo>
                  <a:lnTo>
                    <a:pt x="867041" y="2226360"/>
                  </a:lnTo>
                  <a:lnTo>
                    <a:pt x="887679" y="2230348"/>
                  </a:lnTo>
                  <a:lnTo>
                    <a:pt x="934681" y="2237409"/>
                  </a:lnTo>
                  <a:lnTo>
                    <a:pt x="951801" y="2239238"/>
                  </a:lnTo>
                  <a:lnTo>
                    <a:pt x="954989" y="2211019"/>
                  </a:lnTo>
                  <a:close/>
                </a:path>
                <a:path w="7258684" h="2246629">
                  <a:moveTo>
                    <a:pt x="967905" y="34163"/>
                  </a:moveTo>
                  <a:lnTo>
                    <a:pt x="965060" y="5969"/>
                  </a:lnTo>
                  <a:lnTo>
                    <a:pt x="934681" y="9220"/>
                  </a:lnTo>
                  <a:lnTo>
                    <a:pt x="887679" y="16268"/>
                  </a:lnTo>
                  <a:lnTo>
                    <a:pt x="879983" y="17767"/>
                  </a:lnTo>
                  <a:lnTo>
                    <a:pt x="884999" y="45745"/>
                  </a:lnTo>
                  <a:lnTo>
                    <a:pt x="905624" y="42265"/>
                  </a:lnTo>
                  <a:lnTo>
                    <a:pt x="926312" y="39166"/>
                  </a:lnTo>
                  <a:lnTo>
                    <a:pt x="947077" y="36474"/>
                  </a:lnTo>
                  <a:lnTo>
                    <a:pt x="967905" y="34163"/>
                  </a:lnTo>
                  <a:close/>
                </a:path>
                <a:path w="7258684" h="2246629">
                  <a:moveTo>
                    <a:pt x="1066165" y="2217915"/>
                  </a:moveTo>
                  <a:lnTo>
                    <a:pt x="1045222" y="2217470"/>
                  </a:lnTo>
                  <a:lnTo>
                    <a:pt x="1024331" y="2216645"/>
                  </a:lnTo>
                  <a:lnTo>
                    <a:pt x="1003477" y="2215413"/>
                  </a:lnTo>
                  <a:lnTo>
                    <a:pt x="982662" y="2213800"/>
                  </a:lnTo>
                  <a:lnTo>
                    <a:pt x="980173" y="2242274"/>
                  </a:lnTo>
                  <a:lnTo>
                    <a:pt x="982306" y="2242502"/>
                  </a:lnTo>
                  <a:lnTo>
                    <a:pt x="1030503" y="2245588"/>
                  </a:lnTo>
                  <a:lnTo>
                    <a:pt x="1065834" y="2246299"/>
                  </a:lnTo>
                  <a:lnTo>
                    <a:pt x="1065872" y="2242274"/>
                  </a:lnTo>
                  <a:lnTo>
                    <a:pt x="1066165" y="2217915"/>
                  </a:lnTo>
                  <a:close/>
                </a:path>
                <a:path w="7258684" h="2246629">
                  <a:moveTo>
                    <a:pt x="1163015" y="3289"/>
                  </a:moveTo>
                  <a:lnTo>
                    <a:pt x="1127963" y="1041"/>
                  </a:lnTo>
                  <a:lnTo>
                    <a:pt x="1079233" y="0"/>
                  </a:lnTo>
                  <a:lnTo>
                    <a:pt x="1030503" y="1041"/>
                  </a:lnTo>
                  <a:lnTo>
                    <a:pt x="993305" y="3429"/>
                  </a:lnTo>
                  <a:lnTo>
                    <a:pt x="995451" y="31737"/>
                  </a:lnTo>
                  <a:lnTo>
                    <a:pt x="1017612" y="30264"/>
                  </a:lnTo>
                  <a:lnTo>
                    <a:pt x="1018133" y="30264"/>
                  </a:lnTo>
                  <a:lnTo>
                    <a:pt x="1038047" y="29337"/>
                  </a:lnTo>
                  <a:lnTo>
                    <a:pt x="1038593" y="29337"/>
                  </a:lnTo>
                  <a:lnTo>
                    <a:pt x="1058545" y="28765"/>
                  </a:lnTo>
                  <a:lnTo>
                    <a:pt x="1079207" y="28575"/>
                  </a:lnTo>
                  <a:lnTo>
                    <a:pt x="1099693" y="28765"/>
                  </a:lnTo>
                  <a:lnTo>
                    <a:pt x="1120140" y="29337"/>
                  </a:lnTo>
                  <a:lnTo>
                    <a:pt x="1140561" y="30264"/>
                  </a:lnTo>
                  <a:lnTo>
                    <a:pt x="1160932" y="31584"/>
                  </a:lnTo>
                  <a:lnTo>
                    <a:pt x="1161021" y="30264"/>
                  </a:lnTo>
                  <a:lnTo>
                    <a:pt x="1161148" y="28575"/>
                  </a:lnTo>
                  <a:lnTo>
                    <a:pt x="1163015" y="3289"/>
                  </a:lnTo>
                  <a:close/>
                </a:path>
                <a:path w="7258684" h="2246629">
                  <a:moveTo>
                    <a:pt x="1180299" y="2242058"/>
                  </a:moveTo>
                  <a:lnTo>
                    <a:pt x="1177759" y="2213610"/>
                  </a:lnTo>
                  <a:lnTo>
                    <a:pt x="1156957" y="2215273"/>
                  </a:lnTo>
                  <a:lnTo>
                    <a:pt x="1136116" y="2216543"/>
                  </a:lnTo>
                  <a:lnTo>
                    <a:pt x="1115237" y="2217407"/>
                  </a:lnTo>
                  <a:lnTo>
                    <a:pt x="1094308" y="2217890"/>
                  </a:lnTo>
                  <a:lnTo>
                    <a:pt x="1094689" y="2246249"/>
                  </a:lnTo>
                  <a:lnTo>
                    <a:pt x="1127963" y="2245588"/>
                  </a:lnTo>
                  <a:lnTo>
                    <a:pt x="1176159" y="2242502"/>
                  </a:lnTo>
                  <a:lnTo>
                    <a:pt x="1180299" y="2242058"/>
                  </a:lnTo>
                  <a:close/>
                </a:path>
                <a:path w="7258684" h="2246629">
                  <a:moveTo>
                    <a:pt x="1276375" y="17360"/>
                  </a:moveTo>
                  <a:lnTo>
                    <a:pt x="1270787" y="16268"/>
                  </a:lnTo>
                  <a:lnTo>
                    <a:pt x="1223772" y="9220"/>
                  </a:lnTo>
                  <a:lnTo>
                    <a:pt x="1191285" y="5740"/>
                  </a:lnTo>
                  <a:lnTo>
                    <a:pt x="1188491" y="33959"/>
                  </a:lnTo>
                  <a:lnTo>
                    <a:pt x="1209319" y="36233"/>
                  </a:lnTo>
                  <a:lnTo>
                    <a:pt x="1230083" y="38887"/>
                  </a:lnTo>
                  <a:lnTo>
                    <a:pt x="1250784" y="41948"/>
                  </a:lnTo>
                  <a:lnTo>
                    <a:pt x="1271409" y="45389"/>
                  </a:lnTo>
                  <a:lnTo>
                    <a:pt x="1276375" y="17360"/>
                  </a:lnTo>
                  <a:close/>
                </a:path>
                <a:path w="7258684" h="2246629">
                  <a:moveTo>
                    <a:pt x="1293418" y="2225967"/>
                  </a:moveTo>
                  <a:lnTo>
                    <a:pt x="1288034" y="2198103"/>
                  </a:lnTo>
                  <a:lnTo>
                    <a:pt x="1267498" y="2201862"/>
                  </a:lnTo>
                  <a:lnTo>
                    <a:pt x="1246898" y="2205228"/>
                  </a:lnTo>
                  <a:lnTo>
                    <a:pt x="1226210" y="2208212"/>
                  </a:lnTo>
                  <a:lnTo>
                    <a:pt x="1205458" y="2210790"/>
                  </a:lnTo>
                  <a:lnTo>
                    <a:pt x="1208709" y="2239022"/>
                  </a:lnTo>
                  <a:lnTo>
                    <a:pt x="1223772" y="2237409"/>
                  </a:lnTo>
                  <a:lnTo>
                    <a:pt x="1270787" y="2230348"/>
                  </a:lnTo>
                  <a:lnTo>
                    <a:pt x="1293418" y="2225967"/>
                  </a:lnTo>
                  <a:close/>
                </a:path>
                <a:path w="7258684" h="2246629">
                  <a:moveTo>
                    <a:pt x="1387652" y="43129"/>
                  </a:moveTo>
                  <a:lnTo>
                    <a:pt x="1362798" y="36106"/>
                  </a:lnTo>
                  <a:lnTo>
                    <a:pt x="1317142" y="25247"/>
                  </a:lnTo>
                  <a:lnTo>
                    <a:pt x="1304264" y="22758"/>
                  </a:lnTo>
                  <a:lnTo>
                    <a:pt x="1298613" y="50571"/>
                  </a:lnTo>
                  <a:lnTo>
                    <a:pt x="1319085" y="54940"/>
                  </a:lnTo>
                  <a:lnTo>
                    <a:pt x="1339443" y="59690"/>
                  </a:lnTo>
                  <a:lnTo>
                    <a:pt x="1359712" y="64846"/>
                  </a:lnTo>
                  <a:lnTo>
                    <a:pt x="1379893" y="70383"/>
                  </a:lnTo>
                  <a:lnTo>
                    <a:pt x="1387652" y="43129"/>
                  </a:lnTo>
                  <a:close/>
                </a:path>
                <a:path w="7258684" h="2246629">
                  <a:moveTo>
                    <a:pt x="1404378" y="2198776"/>
                  </a:moveTo>
                  <a:lnTo>
                    <a:pt x="1396123" y="2171420"/>
                  </a:lnTo>
                  <a:lnTo>
                    <a:pt x="1376070" y="2177262"/>
                  </a:lnTo>
                  <a:lnTo>
                    <a:pt x="1355928" y="2182723"/>
                  </a:lnTo>
                  <a:lnTo>
                    <a:pt x="1335671" y="2187791"/>
                  </a:lnTo>
                  <a:lnTo>
                    <a:pt x="1315313" y="2192464"/>
                  </a:lnTo>
                  <a:lnTo>
                    <a:pt x="1321447" y="2220353"/>
                  </a:lnTo>
                  <a:lnTo>
                    <a:pt x="1362798" y="2210524"/>
                  </a:lnTo>
                  <a:lnTo>
                    <a:pt x="1404378" y="2198776"/>
                  </a:lnTo>
                  <a:close/>
                </a:path>
                <a:path w="7258684" h="2246629">
                  <a:moveTo>
                    <a:pt x="1495844" y="79819"/>
                  </a:moveTo>
                  <a:lnTo>
                    <a:pt x="1495145" y="79514"/>
                  </a:lnTo>
                  <a:lnTo>
                    <a:pt x="1451838" y="63284"/>
                  </a:lnTo>
                  <a:lnTo>
                    <a:pt x="1414957" y="51168"/>
                  </a:lnTo>
                  <a:lnTo>
                    <a:pt x="1406461" y="78333"/>
                  </a:lnTo>
                  <a:lnTo>
                    <a:pt x="1426362" y="84759"/>
                  </a:lnTo>
                  <a:lnTo>
                    <a:pt x="1446123" y="91579"/>
                  </a:lnTo>
                  <a:lnTo>
                    <a:pt x="1465745" y="98767"/>
                  </a:lnTo>
                  <a:lnTo>
                    <a:pt x="1485239" y="106349"/>
                  </a:lnTo>
                  <a:lnTo>
                    <a:pt x="1495844" y="79819"/>
                  </a:lnTo>
                  <a:close/>
                </a:path>
                <a:path w="7258684" h="2246629">
                  <a:moveTo>
                    <a:pt x="1511871" y="2160041"/>
                  </a:moveTo>
                  <a:lnTo>
                    <a:pt x="1500911" y="2133816"/>
                  </a:lnTo>
                  <a:lnTo>
                    <a:pt x="1481569" y="2141690"/>
                  </a:lnTo>
                  <a:lnTo>
                    <a:pt x="1462087" y="2149170"/>
                  </a:lnTo>
                  <a:lnTo>
                    <a:pt x="1442466" y="2156282"/>
                  </a:lnTo>
                  <a:lnTo>
                    <a:pt x="1422704" y="2163026"/>
                  </a:lnTo>
                  <a:lnTo>
                    <a:pt x="1431607" y="2189988"/>
                  </a:lnTo>
                  <a:lnTo>
                    <a:pt x="1451838" y="2183346"/>
                  </a:lnTo>
                  <a:lnTo>
                    <a:pt x="1495145" y="2167115"/>
                  </a:lnTo>
                  <a:lnTo>
                    <a:pt x="1511871" y="2160041"/>
                  </a:lnTo>
                  <a:close/>
                </a:path>
                <a:path w="7258684" h="2246629">
                  <a:moveTo>
                    <a:pt x="1599539" y="127774"/>
                  </a:moveTo>
                  <a:lnTo>
                    <a:pt x="1578914" y="116992"/>
                  </a:lnTo>
                  <a:lnTo>
                    <a:pt x="1537576" y="97459"/>
                  </a:lnTo>
                  <a:lnTo>
                    <a:pt x="1522120" y="90919"/>
                  </a:lnTo>
                  <a:lnTo>
                    <a:pt x="1510919" y="116992"/>
                  </a:lnTo>
                  <a:lnTo>
                    <a:pt x="1530032" y="125425"/>
                  </a:lnTo>
                  <a:lnTo>
                    <a:pt x="1548980" y="134213"/>
                  </a:lnTo>
                  <a:lnTo>
                    <a:pt x="1567764" y="143370"/>
                  </a:lnTo>
                  <a:lnTo>
                    <a:pt x="1586382" y="152895"/>
                  </a:lnTo>
                  <a:lnTo>
                    <a:pt x="1599539" y="127774"/>
                  </a:lnTo>
                  <a:close/>
                </a:path>
                <a:path w="7258684" h="2246629">
                  <a:moveTo>
                    <a:pt x="1614970" y="2110765"/>
                  </a:moveTo>
                  <a:lnTo>
                    <a:pt x="1601330" y="2085695"/>
                  </a:lnTo>
                  <a:lnTo>
                    <a:pt x="1582889" y="2095500"/>
                  </a:lnTo>
                  <a:lnTo>
                    <a:pt x="1564271" y="2104936"/>
                  </a:lnTo>
                  <a:lnTo>
                    <a:pt x="1545475" y="2114016"/>
                  </a:lnTo>
                  <a:lnTo>
                    <a:pt x="1526514" y="2122741"/>
                  </a:lnTo>
                  <a:lnTo>
                    <a:pt x="1538224" y="2148852"/>
                  </a:lnTo>
                  <a:lnTo>
                    <a:pt x="1579105" y="2129548"/>
                  </a:lnTo>
                  <a:lnTo>
                    <a:pt x="1614970" y="2110765"/>
                  </a:lnTo>
                  <a:close/>
                </a:path>
                <a:path w="7258684" h="2246629">
                  <a:moveTo>
                    <a:pt x="1698040" y="185674"/>
                  </a:moveTo>
                  <a:lnTo>
                    <a:pt x="1659267" y="161150"/>
                  </a:lnTo>
                  <a:lnTo>
                    <a:pt x="1624723" y="141236"/>
                  </a:lnTo>
                  <a:lnTo>
                    <a:pt x="1610868" y="166128"/>
                  </a:lnTo>
                  <a:lnTo>
                    <a:pt x="1629029" y="176453"/>
                  </a:lnTo>
                  <a:lnTo>
                    <a:pt x="1646974" y="187134"/>
                  </a:lnTo>
                  <a:lnTo>
                    <a:pt x="1664728" y="198158"/>
                  </a:lnTo>
                  <a:lnTo>
                    <a:pt x="1682267" y="209524"/>
                  </a:lnTo>
                  <a:lnTo>
                    <a:pt x="1698040" y="185674"/>
                  </a:lnTo>
                  <a:close/>
                </a:path>
                <a:path w="7258684" h="2246629">
                  <a:moveTo>
                    <a:pt x="1712404" y="2051037"/>
                  </a:moveTo>
                  <a:lnTo>
                    <a:pt x="1696364" y="2027567"/>
                  </a:lnTo>
                  <a:lnTo>
                    <a:pt x="1679003" y="2039200"/>
                  </a:lnTo>
                  <a:lnTo>
                    <a:pt x="1661426" y="2050491"/>
                  </a:lnTo>
                  <a:lnTo>
                    <a:pt x="1643659" y="2061438"/>
                  </a:lnTo>
                  <a:lnTo>
                    <a:pt x="1625676" y="2072055"/>
                  </a:lnTo>
                  <a:lnTo>
                    <a:pt x="1639874" y="2096655"/>
                  </a:lnTo>
                  <a:lnTo>
                    <a:pt x="1659267" y="2085479"/>
                  </a:lnTo>
                  <a:lnTo>
                    <a:pt x="1697812" y="2061108"/>
                  </a:lnTo>
                  <a:lnTo>
                    <a:pt x="1712404" y="2051037"/>
                  </a:lnTo>
                  <a:close/>
                </a:path>
                <a:path w="7258684" h="2246629">
                  <a:moveTo>
                    <a:pt x="1789899" y="253644"/>
                  </a:moveTo>
                  <a:lnTo>
                    <a:pt x="1771624" y="238709"/>
                  </a:lnTo>
                  <a:lnTo>
                    <a:pt x="1735277" y="211391"/>
                  </a:lnTo>
                  <a:lnTo>
                    <a:pt x="1721561" y="201917"/>
                  </a:lnTo>
                  <a:lnTo>
                    <a:pt x="1705305" y="225183"/>
                  </a:lnTo>
                  <a:lnTo>
                    <a:pt x="1722323" y="237312"/>
                  </a:lnTo>
                  <a:lnTo>
                    <a:pt x="1739099" y="249758"/>
                  </a:lnTo>
                  <a:lnTo>
                    <a:pt x="1755635" y="262521"/>
                  </a:lnTo>
                  <a:lnTo>
                    <a:pt x="1771942" y="275602"/>
                  </a:lnTo>
                  <a:lnTo>
                    <a:pt x="1789899" y="253644"/>
                  </a:lnTo>
                  <a:close/>
                </a:path>
                <a:path w="7258684" h="2246629">
                  <a:moveTo>
                    <a:pt x="1803438" y="1981936"/>
                  </a:moveTo>
                  <a:lnTo>
                    <a:pt x="1785010" y="1960105"/>
                  </a:lnTo>
                  <a:lnTo>
                    <a:pt x="1768906" y="1973440"/>
                  </a:lnTo>
                  <a:lnTo>
                    <a:pt x="1752574" y="1986457"/>
                  </a:lnTo>
                  <a:lnTo>
                    <a:pt x="1736001" y="1999157"/>
                  </a:lnTo>
                  <a:lnTo>
                    <a:pt x="1719173" y="2011540"/>
                  </a:lnTo>
                  <a:lnTo>
                    <a:pt x="1735924" y="2034755"/>
                  </a:lnTo>
                  <a:lnTo>
                    <a:pt x="1771624" y="2007908"/>
                  </a:lnTo>
                  <a:lnTo>
                    <a:pt x="1803438" y="1981936"/>
                  </a:lnTo>
                  <a:close/>
                </a:path>
                <a:path w="7258684" h="2246629">
                  <a:moveTo>
                    <a:pt x="1874710" y="330238"/>
                  </a:moveTo>
                  <a:lnTo>
                    <a:pt x="1873529" y="329018"/>
                  </a:lnTo>
                  <a:lnTo>
                    <a:pt x="1840801" y="297573"/>
                  </a:lnTo>
                  <a:lnTo>
                    <a:pt x="1811870" y="271932"/>
                  </a:lnTo>
                  <a:lnTo>
                    <a:pt x="1793278" y="293509"/>
                  </a:lnTo>
                  <a:lnTo>
                    <a:pt x="1808975" y="307301"/>
                  </a:lnTo>
                  <a:lnTo>
                    <a:pt x="1824418" y="321386"/>
                  </a:lnTo>
                  <a:lnTo>
                    <a:pt x="1839582" y="335749"/>
                  </a:lnTo>
                  <a:lnTo>
                    <a:pt x="1854479" y="350405"/>
                  </a:lnTo>
                  <a:lnTo>
                    <a:pt x="1874710" y="330238"/>
                  </a:lnTo>
                  <a:close/>
                </a:path>
                <a:path w="7258684" h="2246629">
                  <a:moveTo>
                    <a:pt x="1886813" y="1903780"/>
                  </a:moveTo>
                  <a:lnTo>
                    <a:pt x="1866379" y="1884032"/>
                  </a:lnTo>
                  <a:lnTo>
                    <a:pt x="1851710" y="1898916"/>
                  </a:lnTo>
                  <a:lnTo>
                    <a:pt x="1836775" y="1913521"/>
                  </a:lnTo>
                  <a:lnTo>
                    <a:pt x="1821561" y="1927834"/>
                  </a:lnTo>
                  <a:lnTo>
                    <a:pt x="1806067" y="1941868"/>
                  </a:lnTo>
                  <a:lnTo>
                    <a:pt x="1824939" y="1963102"/>
                  </a:lnTo>
                  <a:lnTo>
                    <a:pt x="1840801" y="1949056"/>
                  </a:lnTo>
                  <a:lnTo>
                    <a:pt x="1873529" y="1917611"/>
                  </a:lnTo>
                  <a:lnTo>
                    <a:pt x="1886813" y="1903780"/>
                  </a:lnTo>
                  <a:close/>
                </a:path>
                <a:path w="7258684" h="2246629">
                  <a:moveTo>
                    <a:pt x="1951050" y="415277"/>
                  </a:moveTo>
                  <a:lnTo>
                    <a:pt x="1935086" y="395732"/>
                  </a:lnTo>
                  <a:lnTo>
                    <a:pt x="1904974" y="361746"/>
                  </a:lnTo>
                  <a:lnTo>
                    <a:pt x="1894509" y="350850"/>
                  </a:lnTo>
                  <a:lnTo>
                    <a:pt x="1873885" y="370382"/>
                  </a:lnTo>
                  <a:lnTo>
                    <a:pt x="1888121" y="385699"/>
                  </a:lnTo>
                  <a:lnTo>
                    <a:pt x="1902066" y="401256"/>
                  </a:lnTo>
                  <a:lnTo>
                    <a:pt x="1915693" y="417093"/>
                  </a:lnTo>
                  <a:lnTo>
                    <a:pt x="1929028" y="433171"/>
                  </a:lnTo>
                  <a:lnTo>
                    <a:pt x="1951050" y="415277"/>
                  </a:lnTo>
                  <a:close/>
                </a:path>
                <a:path w="7258684" h="2246629">
                  <a:moveTo>
                    <a:pt x="1962099" y="1817827"/>
                  </a:moveTo>
                  <a:lnTo>
                    <a:pt x="1939645" y="1800136"/>
                  </a:lnTo>
                  <a:lnTo>
                    <a:pt x="1926564" y="1816430"/>
                  </a:lnTo>
                  <a:lnTo>
                    <a:pt x="1913166" y="1832457"/>
                  </a:lnTo>
                  <a:lnTo>
                    <a:pt x="1899475" y="1848243"/>
                  </a:lnTo>
                  <a:lnTo>
                    <a:pt x="1885480" y="1863763"/>
                  </a:lnTo>
                  <a:lnTo>
                    <a:pt x="1906536" y="1883105"/>
                  </a:lnTo>
                  <a:lnTo>
                    <a:pt x="1935086" y="1850898"/>
                  </a:lnTo>
                  <a:lnTo>
                    <a:pt x="1962099" y="1817827"/>
                  </a:lnTo>
                  <a:close/>
                </a:path>
                <a:path w="7258684" h="2246629">
                  <a:moveTo>
                    <a:pt x="2018690" y="507365"/>
                  </a:moveTo>
                  <a:lnTo>
                    <a:pt x="2017026" y="504736"/>
                  </a:lnTo>
                  <a:lnTo>
                    <a:pt x="1991156" y="467258"/>
                  </a:lnTo>
                  <a:lnTo>
                    <a:pt x="1968855" y="437603"/>
                  </a:lnTo>
                  <a:lnTo>
                    <a:pt x="1946325" y="455002"/>
                  </a:lnTo>
                  <a:lnTo>
                    <a:pt x="1958936" y="471665"/>
                  </a:lnTo>
                  <a:lnTo>
                    <a:pt x="1971230" y="488569"/>
                  </a:lnTo>
                  <a:lnTo>
                    <a:pt x="1983193" y="505688"/>
                  </a:lnTo>
                  <a:lnTo>
                    <a:pt x="1994827" y="523049"/>
                  </a:lnTo>
                  <a:lnTo>
                    <a:pt x="2018690" y="507365"/>
                  </a:lnTo>
                  <a:close/>
                </a:path>
                <a:path w="7258684" h="2246629">
                  <a:moveTo>
                    <a:pt x="2028024" y="1724494"/>
                  </a:moveTo>
                  <a:lnTo>
                    <a:pt x="2004034" y="1709267"/>
                  </a:lnTo>
                  <a:lnTo>
                    <a:pt x="1992668" y="1726793"/>
                  </a:lnTo>
                  <a:lnTo>
                    <a:pt x="1980984" y="1744103"/>
                  </a:lnTo>
                  <a:lnTo>
                    <a:pt x="1968957" y="1761185"/>
                  </a:lnTo>
                  <a:lnTo>
                    <a:pt x="1956600" y="1778038"/>
                  </a:lnTo>
                  <a:lnTo>
                    <a:pt x="1979358" y="1795056"/>
                  </a:lnTo>
                  <a:lnTo>
                    <a:pt x="1991156" y="1779358"/>
                  </a:lnTo>
                  <a:lnTo>
                    <a:pt x="2017026" y="1741893"/>
                  </a:lnTo>
                  <a:lnTo>
                    <a:pt x="2028024" y="1724494"/>
                  </a:lnTo>
                  <a:close/>
                </a:path>
                <a:path w="7258684" h="2246629">
                  <a:moveTo>
                    <a:pt x="2076335" y="606018"/>
                  </a:moveTo>
                  <a:lnTo>
                    <a:pt x="2064219" y="582853"/>
                  </a:lnTo>
                  <a:lnTo>
                    <a:pt x="2041398" y="543280"/>
                  </a:lnTo>
                  <a:lnTo>
                    <a:pt x="2033943" y="531507"/>
                  </a:lnTo>
                  <a:lnTo>
                    <a:pt x="2009813" y="546493"/>
                  </a:lnTo>
                  <a:lnTo>
                    <a:pt x="2020671" y="564362"/>
                  </a:lnTo>
                  <a:lnTo>
                    <a:pt x="2031187" y="582422"/>
                  </a:lnTo>
                  <a:lnTo>
                    <a:pt x="2041347" y="600659"/>
                  </a:lnTo>
                  <a:lnTo>
                    <a:pt x="2051151" y="619112"/>
                  </a:lnTo>
                  <a:lnTo>
                    <a:pt x="2076335" y="606018"/>
                  </a:lnTo>
                  <a:close/>
                </a:path>
                <a:path w="7258684" h="2246629">
                  <a:moveTo>
                    <a:pt x="2084438" y="1625142"/>
                  </a:moveTo>
                  <a:lnTo>
                    <a:pt x="2058860" y="1612353"/>
                  </a:lnTo>
                  <a:lnTo>
                    <a:pt x="2049348" y="1630934"/>
                  </a:lnTo>
                  <a:lnTo>
                    <a:pt x="2039467" y="1649336"/>
                  </a:lnTo>
                  <a:lnTo>
                    <a:pt x="2029244" y="1667548"/>
                  </a:lnTo>
                  <a:lnTo>
                    <a:pt x="2018665" y="1685569"/>
                  </a:lnTo>
                  <a:lnTo>
                    <a:pt x="2043163" y="1700276"/>
                  </a:lnTo>
                  <a:lnTo>
                    <a:pt x="2064219" y="1663763"/>
                  </a:lnTo>
                  <a:lnTo>
                    <a:pt x="2084438" y="1625142"/>
                  </a:lnTo>
                  <a:close/>
                </a:path>
                <a:path w="7258684" h="2246629">
                  <a:moveTo>
                    <a:pt x="2123948" y="709866"/>
                  </a:moveTo>
                  <a:lnTo>
                    <a:pt x="2123021" y="707402"/>
                  </a:lnTo>
                  <a:lnTo>
                    <a:pt x="2105075" y="664959"/>
                  </a:lnTo>
                  <a:lnTo>
                    <a:pt x="2089251" y="631469"/>
                  </a:lnTo>
                  <a:lnTo>
                    <a:pt x="2063673" y="643953"/>
                  </a:lnTo>
                  <a:lnTo>
                    <a:pt x="2072652" y="662825"/>
                  </a:lnTo>
                  <a:lnTo>
                    <a:pt x="2081263" y="681850"/>
                  </a:lnTo>
                  <a:lnTo>
                    <a:pt x="2089518" y="701040"/>
                  </a:lnTo>
                  <a:lnTo>
                    <a:pt x="2097392" y="720382"/>
                  </a:lnTo>
                  <a:lnTo>
                    <a:pt x="2123948" y="709866"/>
                  </a:lnTo>
                  <a:close/>
                </a:path>
                <a:path w="7258684" h="2246629">
                  <a:moveTo>
                    <a:pt x="2130082" y="1520418"/>
                  </a:moveTo>
                  <a:lnTo>
                    <a:pt x="2103513" y="1510372"/>
                  </a:lnTo>
                  <a:lnTo>
                    <a:pt x="2095944" y="1529829"/>
                  </a:lnTo>
                  <a:lnTo>
                    <a:pt x="2087994" y="1549133"/>
                  </a:lnTo>
                  <a:lnTo>
                    <a:pt x="2079688" y="1568284"/>
                  </a:lnTo>
                  <a:lnTo>
                    <a:pt x="2071001" y="1587284"/>
                  </a:lnTo>
                  <a:lnTo>
                    <a:pt x="2096719" y="1599349"/>
                  </a:lnTo>
                  <a:lnTo>
                    <a:pt x="2105075" y="1581658"/>
                  </a:lnTo>
                  <a:lnTo>
                    <a:pt x="2123021" y="1539227"/>
                  </a:lnTo>
                  <a:lnTo>
                    <a:pt x="2130082" y="1520418"/>
                  </a:lnTo>
                  <a:close/>
                </a:path>
                <a:path w="7258684" h="2246629">
                  <a:moveTo>
                    <a:pt x="2160346" y="818159"/>
                  </a:moveTo>
                  <a:lnTo>
                    <a:pt x="2153755" y="794842"/>
                  </a:lnTo>
                  <a:lnTo>
                    <a:pt x="2139264" y="750709"/>
                  </a:lnTo>
                  <a:lnTo>
                    <a:pt x="2133968" y="736600"/>
                  </a:lnTo>
                  <a:lnTo>
                    <a:pt x="2107298" y="746379"/>
                  </a:lnTo>
                  <a:lnTo>
                    <a:pt x="2114308" y="766064"/>
                  </a:lnTo>
                  <a:lnTo>
                    <a:pt x="2120925" y="785863"/>
                  </a:lnTo>
                  <a:lnTo>
                    <a:pt x="2127173" y="805802"/>
                  </a:lnTo>
                  <a:lnTo>
                    <a:pt x="2133028" y="825855"/>
                  </a:lnTo>
                  <a:lnTo>
                    <a:pt x="2160346" y="818159"/>
                  </a:lnTo>
                  <a:close/>
                </a:path>
                <a:path w="7258684" h="2246629">
                  <a:moveTo>
                    <a:pt x="2165083" y="1411668"/>
                  </a:moveTo>
                  <a:lnTo>
                    <a:pt x="2137499" y="1404366"/>
                  </a:lnTo>
                  <a:lnTo>
                    <a:pt x="2131949" y="1424495"/>
                  </a:lnTo>
                  <a:lnTo>
                    <a:pt x="2126030" y="1444510"/>
                  </a:lnTo>
                  <a:lnTo>
                    <a:pt x="2119719" y="1464411"/>
                  </a:lnTo>
                  <a:lnTo>
                    <a:pt x="2113026" y="1484185"/>
                  </a:lnTo>
                  <a:lnTo>
                    <a:pt x="2140026" y="1493608"/>
                  </a:lnTo>
                  <a:lnTo>
                    <a:pt x="2153755" y="1451787"/>
                  </a:lnTo>
                  <a:lnTo>
                    <a:pt x="2165083" y="1411668"/>
                  </a:lnTo>
                  <a:close/>
                </a:path>
                <a:path w="7258684" h="2246629">
                  <a:moveTo>
                    <a:pt x="2185835" y="929513"/>
                  </a:moveTo>
                  <a:lnTo>
                    <a:pt x="2177300" y="885405"/>
                  </a:lnTo>
                  <a:lnTo>
                    <a:pt x="2167852" y="845693"/>
                  </a:lnTo>
                  <a:lnTo>
                    <a:pt x="2140216" y="852716"/>
                  </a:lnTo>
                  <a:lnTo>
                    <a:pt x="2145169" y="872998"/>
                  </a:lnTo>
                  <a:lnTo>
                    <a:pt x="2149729" y="893381"/>
                  </a:lnTo>
                  <a:lnTo>
                    <a:pt x="2153907" y="913853"/>
                  </a:lnTo>
                  <a:lnTo>
                    <a:pt x="2157679" y="934402"/>
                  </a:lnTo>
                  <a:lnTo>
                    <a:pt x="2185835" y="929513"/>
                  </a:lnTo>
                  <a:close/>
                </a:path>
                <a:path w="7258684" h="2246629">
                  <a:moveTo>
                    <a:pt x="2188514" y="1299870"/>
                  </a:moveTo>
                  <a:lnTo>
                    <a:pt x="2160447" y="1295438"/>
                  </a:lnTo>
                  <a:lnTo>
                    <a:pt x="2156993" y="1316037"/>
                  </a:lnTo>
                  <a:lnTo>
                    <a:pt x="2153145" y="1336560"/>
                  </a:lnTo>
                  <a:lnTo>
                    <a:pt x="2148916" y="1356995"/>
                  </a:lnTo>
                  <a:lnTo>
                    <a:pt x="2144280" y="1377327"/>
                  </a:lnTo>
                  <a:lnTo>
                    <a:pt x="2171903" y="1383893"/>
                  </a:lnTo>
                  <a:lnTo>
                    <a:pt x="2177300" y="1361224"/>
                  </a:lnTo>
                  <a:lnTo>
                    <a:pt x="2186267" y="1314869"/>
                  </a:lnTo>
                  <a:lnTo>
                    <a:pt x="2188514" y="1299870"/>
                  </a:lnTo>
                  <a:close/>
                </a:path>
                <a:path w="7258684" h="2246629">
                  <a:moveTo>
                    <a:pt x="2199475" y="1042924"/>
                  </a:moveTo>
                  <a:lnTo>
                    <a:pt x="2198420" y="1026388"/>
                  </a:lnTo>
                  <a:lnTo>
                    <a:pt x="2193328" y="978763"/>
                  </a:lnTo>
                  <a:lnTo>
                    <a:pt x="2190165" y="957719"/>
                  </a:lnTo>
                  <a:lnTo>
                    <a:pt x="2162098" y="961872"/>
                  </a:lnTo>
                  <a:lnTo>
                    <a:pt x="2164943" y="982548"/>
                  </a:lnTo>
                  <a:lnTo>
                    <a:pt x="2167407" y="1003274"/>
                  </a:lnTo>
                  <a:lnTo>
                    <a:pt x="2169477" y="1024077"/>
                  </a:lnTo>
                  <a:lnTo>
                    <a:pt x="2171154" y="1044930"/>
                  </a:lnTo>
                  <a:lnTo>
                    <a:pt x="2199475" y="1042924"/>
                  </a:lnTo>
                  <a:close/>
                </a:path>
                <a:path w="7258684" h="2246629">
                  <a:moveTo>
                    <a:pt x="2200592" y="1186294"/>
                  </a:moveTo>
                  <a:lnTo>
                    <a:pt x="2172208" y="1184732"/>
                  </a:lnTo>
                  <a:lnTo>
                    <a:pt x="2172106" y="1186294"/>
                  </a:lnTo>
                  <a:lnTo>
                    <a:pt x="2170861" y="1205585"/>
                  </a:lnTo>
                  <a:lnTo>
                    <a:pt x="2169122" y="1226400"/>
                  </a:lnTo>
                  <a:lnTo>
                    <a:pt x="2166975" y="1247140"/>
                  </a:lnTo>
                  <a:lnTo>
                    <a:pt x="2164448" y="1267841"/>
                  </a:lnTo>
                  <a:lnTo>
                    <a:pt x="2192769" y="1271574"/>
                  </a:lnTo>
                  <a:lnTo>
                    <a:pt x="2193328" y="1267841"/>
                  </a:lnTo>
                  <a:lnTo>
                    <a:pt x="2198420" y="1220241"/>
                  </a:lnTo>
                  <a:lnTo>
                    <a:pt x="2200592" y="1186294"/>
                  </a:lnTo>
                  <a:close/>
                </a:path>
                <a:path w="7258684" h="2246629">
                  <a:moveTo>
                    <a:pt x="2202484" y="1123315"/>
                  </a:moveTo>
                  <a:lnTo>
                    <a:pt x="2201507" y="1074585"/>
                  </a:lnTo>
                  <a:lnTo>
                    <a:pt x="2201380" y="1072692"/>
                  </a:lnTo>
                  <a:lnTo>
                    <a:pt x="2201291" y="1071397"/>
                  </a:lnTo>
                  <a:lnTo>
                    <a:pt x="2172766" y="1072692"/>
                  </a:lnTo>
                  <a:lnTo>
                    <a:pt x="2172830" y="1074585"/>
                  </a:lnTo>
                  <a:lnTo>
                    <a:pt x="2173262" y="1085329"/>
                  </a:lnTo>
                  <a:lnTo>
                    <a:pt x="2173617" y="1097965"/>
                  </a:lnTo>
                  <a:lnTo>
                    <a:pt x="2173833" y="1110615"/>
                  </a:lnTo>
                  <a:lnTo>
                    <a:pt x="2173782" y="1140079"/>
                  </a:lnTo>
                  <a:lnTo>
                    <a:pt x="2173630" y="1148461"/>
                  </a:lnTo>
                  <a:lnTo>
                    <a:pt x="2173401" y="1156843"/>
                  </a:lnTo>
                  <a:lnTo>
                    <a:pt x="2201786" y="1157693"/>
                  </a:lnTo>
                  <a:lnTo>
                    <a:pt x="2201811" y="1156843"/>
                  </a:lnTo>
                  <a:lnTo>
                    <a:pt x="2202484" y="1123315"/>
                  </a:lnTo>
                  <a:close/>
                </a:path>
                <a:path w="7258684" h="2246629">
                  <a:moveTo>
                    <a:pt x="7130567" y="1353985"/>
                  </a:moveTo>
                  <a:lnTo>
                    <a:pt x="7117778" y="1308112"/>
                  </a:lnTo>
                  <a:lnTo>
                    <a:pt x="7071906" y="1320901"/>
                  </a:lnTo>
                  <a:lnTo>
                    <a:pt x="7084682" y="1366774"/>
                  </a:lnTo>
                  <a:lnTo>
                    <a:pt x="7130567" y="1353985"/>
                  </a:lnTo>
                  <a:close/>
                </a:path>
                <a:path w="7258684" h="2246629">
                  <a:moveTo>
                    <a:pt x="7156132" y="1445742"/>
                  </a:moveTo>
                  <a:lnTo>
                    <a:pt x="7143343" y="1399870"/>
                  </a:lnTo>
                  <a:lnTo>
                    <a:pt x="7097471" y="1412646"/>
                  </a:lnTo>
                  <a:lnTo>
                    <a:pt x="7110260" y="1458531"/>
                  </a:lnTo>
                  <a:lnTo>
                    <a:pt x="7156132" y="1445742"/>
                  </a:lnTo>
                  <a:close/>
                </a:path>
                <a:path w="7258684" h="2246629">
                  <a:moveTo>
                    <a:pt x="7160463" y="1283855"/>
                  </a:moveTo>
                  <a:lnTo>
                    <a:pt x="7066077" y="1211275"/>
                  </a:lnTo>
                  <a:lnTo>
                    <a:pt x="7022833" y="1322209"/>
                  </a:lnTo>
                  <a:lnTo>
                    <a:pt x="7160463" y="1283855"/>
                  </a:lnTo>
                  <a:close/>
                </a:path>
                <a:path w="7258684" h="2246629">
                  <a:moveTo>
                    <a:pt x="7181697" y="1537500"/>
                  </a:moveTo>
                  <a:lnTo>
                    <a:pt x="7168921" y="1491615"/>
                  </a:lnTo>
                  <a:lnTo>
                    <a:pt x="7123036" y="1504403"/>
                  </a:lnTo>
                  <a:lnTo>
                    <a:pt x="7135825" y="1550276"/>
                  </a:lnTo>
                  <a:lnTo>
                    <a:pt x="7181697" y="1537500"/>
                  </a:lnTo>
                  <a:close/>
                </a:path>
                <a:path w="7258684" h="2246629">
                  <a:moveTo>
                    <a:pt x="7207275" y="1629244"/>
                  </a:moveTo>
                  <a:lnTo>
                    <a:pt x="7194486" y="1583372"/>
                  </a:lnTo>
                  <a:lnTo>
                    <a:pt x="7148614" y="1596161"/>
                  </a:lnTo>
                  <a:lnTo>
                    <a:pt x="7161390" y="1642033"/>
                  </a:lnTo>
                  <a:lnTo>
                    <a:pt x="7207275" y="1629244"/>
                  </a:lnTo>
                  <a:close/>
                </a:path>
                <a:path w="7258684" h="2246629">
                  <a:moveTo>
                    <a:pt x="7232840" y="1721002"/>
                  </a:moveTo>
                  <a:lnTo>
                    <a:pt x="7220051" y="1675130"/>
                  </a:lnTo>
                  <a:lnTo>
                    <a:pt x="7174179" y="1687906"/>
                  </a:lnTo>
                  <a:lnTo>
                    <a:pt x="7186955" y="1733791"/>
                  </a:lnTo>
                  <a:lnTo>
                    <a:pt x="7232840" y="1721002"/>
                  </a:lnTo>
                  <a:close/>
                </a:path>
                <a:path w="7258684" h="2246629">
                  <a:moveTo>
                    <a:pt x="7258405" y="1812759"/>
                  </a:moveTo>
                  <a:lnTo>
                    <a:pt x="7245629" y="1766874"/>
                  </a:lnTo>
                  <a:lnTo>
                    <a:pt x="7199744" y="1779663"/>
                  </a:lnTo>
                  <a:lnTo>
                    <a:pt x="7212533" y="1825536"/>
                  </a:lnTo>
                  <a:lnTo>
                    <a:pt x="7258405" y="1812759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22833" y="8547682"/>
              <a:ext cx="137795" cy="111125"/>
            </a:xfrm>
            <a:custGeom>
              <a:avLst/>
              <a:gdLst/>
              <a:ahLst/>
              <a:cxnLst/>
              <a:rect l="l" t="t" r="r" b="b"/>
              <a:pathLst>
                <a:path w="137795" h="111125">
                  <a:moveTo>
                    <a:pt x="137630" y="72577"/>
                  </a:moveTo>
                  <a:lnTo>
                    <a:pt x="43246" y="0"/>
                  </a:lnTo>
                  <a:lnTo>
                    <a:pt x="0" y="110930"/>
                  </a:lnTo>
                  <a:lnTo>
                    <a:pt x="137630" y="72577"/>
                  </a:lnTo>
                  <a:close/>
                </a:path>
              </a:pathLst>
            </a:custGeom>
            <a:ln w="47624">
              <a:solidFill>
                <a:srgbClr val="FFDE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178393" y="9178481"/>
              <a:ext cx="137795" cy="111125"/>
            </a:xfrm>
            <a:custGeom>
              <a:avLst/>
              <a:gdLst/>
              <a:ahLst/>
              <a:cxnLst/>
              <a:rect l="l" t="t" r="r" b="b"/>
              <a:pathLst>
                <a:path w="137795" h="111125">
                  <a:moveTo>
                    <a:pt x="0" y="38353"/>
                  </a:moveTo>
                  <a:lnTo>
                    <a:pt x="137630" y="0"/>
                  </a:lnTo>
                  <a:lnTo>
                    <a:pt x="94384" y="110930"/>
                  </a:lnTo>
                  <a:lnTo>
                    <a:pt x="0" y="38353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178393" y="9178481"/>
              <a:ext cx="137795" cy="111125"/>
            </a:xfrm>
            <a:custGeom>
              <a:avLst/>
              <a:gdLst/>
              <a:ahLst/>
              <a:cxnLst/>
              <a:rect l="l" t="t" r="r" b="b"/>
              <a:pathLst>
                <a:path w="137795" h="111125">
                  <a:moveTo>
                    <a:pt x="137630" y="0"/>
                  </a:moveTo>
                  <a:lnTo>
                    <a:pt x="94384" y="110930"/>
                  </a:lnTo>
                  <a:lnTo>
                    <a:pt x="0" y="38353"/>
                  </a:lnTo>
                  <a:lnTo>
                    <a:pt x="137630" y="0"/>
                  </a:lnTo>
                  <a:close/>
                </a:path>
              </a:pathLst>
            </a:custGeom>
            <a:ln w="47624">
              <a:solidFill>
                <a:srgbClr val="FFDE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7419978" y="7336408"/>
            <a:ext cx="4996180" cy="2880995"/>
            <a:chOff x="7419978" y="7336408"/>
            <a:chExt cx="4996180" cy="2880995"/>
          </a:xfrm>
        </p:grpSpPr>
        <p:sp>
          <p:nvSpPr>
            <p:cNvPr id="22" name="object 22"/>
            <p:cNvSpPr/>
            <p:nvPr/>
          </p:nvSpPr>
          <p:spPr>
            <a:xfrm>
              <a:off x="7419978" y="7336408"/>
              <a:ext cx="4996180" cy="2880995"/>
            </a:xfrm>
            <a:custGeom>
              <a:avLst/>
              <a:gdLst/>
              <a:ahLst/>
              <a:cxnLst/>
              <a:rect l="l" t="t" r="r" b="b"/>
              <a:pathLst>
                <a:path w="4996180" h="2880995">
                  <a:moveTo>
                    <a:pt x="4510367" y="2880584"/>
                  </a:moveTo>
                  <a:lnTo>
                    <a:pt x="485775" y="2880584"/>
                  </a:lnTo>
                  <a:lnTo>
                    <a:pt x="437762" y="2878208"/>
                  </a:lnTo>
                  <a:lnTo>
                    <a:pt x="390562" y="2871165"/>
                  </a:lnTo>
                  <a:lnTo>
                    <a:pt x="344494" y="2859587"/>
                  </a:lnTo>
                  <a:lnTo>
                    <a:pt x="299877" y="2843607"/>
                  </a:lnTo>
                  <a:lnTo>
                    <a:pt x="257028" y="2823357"/>
                  </a:lnTo>
                  <a:lnTo>
                    <a:pt x="216266" y="2798969"/>
                  </a:lnTo>
                  <a:lnTo>
                    <a:pt x="177911" y="2770574"/>
                  </a:lnTo>
                  <a:lnTo>
                    <a:pt x="142280" y="2738304"/>
                  </a:lnTo>
                  <a:lnTo>
                    <a:pt x="110011" y="2702673"/>
                  </a:lnTo>
                  <a:lnTo>
                    <a:pt x="81616" y="2664318"/>
                  </a:lnTo>
                  <a:lnTo>
                    <a:pt x="57227" y="2623556"/>
                  </a:lnTo>
                  <a:lnTo>
                    <a:pt x="36977" y="2580708"/>
                  </a:lnTo>
                  <a:lnTo>
                    <a:pt x="20997" y="2536090"/>
                  </a:lnTo>
                  <a:lnTo>
                    <a:pt x="9420" y="2490022"/>
                  </a:lnTo>
                  <a:lnTo>
                    <a:pt x="2377" y="2442823"/>
                  </a:lnTo>
                  <a:lnTo>
                    <a:pt x="0" y="2394810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1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4510367" y="0"/>
                  </a:lnTo>
                  <a:lnTo>
                    <a:pt x="4558380" y="2377"/>
                  </a:lnTo>
                  <a:lnTo>
                    <a:pt x="4605579" y="9420"/>
                  </a:lnTo>
                  <a:lnTo>
                    <a:pt x="4651647" y="20997"/>
                  </a:lnTo>
                  <a:lnTo>
                    <a:pt x="4696265" y="36977"/>
                  </a:lnTo>
                  <a:lnTo>
                    <a:pt x="4739113" y="57227"/>
                  </a:lnTo>
                  <a:lnTo>
                    <a:pt x="4779875" y="81616"/>
                  </a:lnTo>
                  <a:lnTo>
                    <a:pt x="4818230" y="110011"/>
                  </a:lnTo>
                  <a:lnTo>
                    <a:pt x="4853862" y="142280"/>
                  </a:lnTo>
                  <a:lnTo>
                    <a:pt x="4886131" y="177911"/>
                  </a:lnTo>
                  <a:lnTo>
                    <a:pt x="4914526" y="216266"/>
                  </a:lnTo>
                  <a:lnTo>
                    <a:pt x="4938914" y="257028"/>
                  </a:lnTo>
                  <a:lnTo>
                    <a:pt x="4959164" y="299877"/>
                  </a:lnTo>
                  <a:lnTo>
                    <a:pt x="4975144" y="344494"/>
                  </a:lnTo>
                  <a:lnTo>
                    <a:pt x="4986722" y="390562"/>
                  </a:lnTo>
                  <a:lnTo>
                    <a:pt x="4993765" y="437762"/>
                  </a:lnTo>
                  <a:lnTo>
                    <a:pt x="4996014" y="483185"/>
                  </a:lnTo>
                  <a:lnTo>
                    <a:pt x="4996014" y="2397399"/>
                  </a:lnTo>
                  <a:lnTo>
                    <a:pt x="4993765" y="2442823"/>
                  </a:lnTo>
                  <a:lnTo>
                    <a:pt x="4986722" y="2490022"/>
                  </a:lnTo>
                  <a:lnTo>
                    <a:pt x="4975144" y="2536090"/>
                  </a:lnTo>
                  <a:lnTo>
                    <a:pt x="4959164" y="2580708"/>
                  </a:lnTo>
                  <a:lnTo>
                    <a:pt x="4938914" y="2623556"/>
                  </a:lnTo>
                  <a:lnTo>
                    <a:pt x="4914526" y="2664318"/>
                  </a:lnTo>
                  <a:lnTo>
                    <a:pt x="4886131" y="2702673"/>
                  </a:lnTo>
                  <a:lnTo>
                    <a:pt x="4853862" y="2738304"/>
                  </a:lnTo>
                  <a:lnTo>
                    <a:pt x="4818230" y="2770574"/>
                  </a:lnTo>
                  <a:lnTo>
                    <a:pt x="4779875" y="2798969"/>
                  </a:lnTo>
                  <a:lnTo>
                    <a:pt x="4739113" y="2823357"/>
                  </a:lnTo>
                  <a:lnTo>
                    <a:pt x="4696265" y="2843607"/>
                  </a:lnTo>
                  <a:lnTo>
                    <a:pt x="4651647" y="2859587"/>
                  </a:lnTo>
                  <a:lnTo>
                    <a:pt x="4605579" y="2871165"/>
                  </a:lnTo>
                  <a:lnTo>
                    <a:pt x="4558380" y="2878208"/>
                  </a:lnTo>
                  <a:lnTo>
                    <a:pt x="4510367" y="2880584"/>
                  </a:lnTo>
                  <a:close/>
                </a:path>
              </a:pathLst>
            </a:custGeom>
            <a:solidFill>
              <a:srgbClr val="DBE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419979" y="7336408"/>
              <a:ext cx="4996180" cy="2876550"/>
            </a:xfrm>
            <a:custGeom>
              <a:avLst/>
              <a:gdLst/>
              <a:ahLst/>
              <a:cxnLst/>
              <a:rect l="l" t="t" r="r" b="b"/>
              <a:pathLst>
                <a:path w="4996180" h="2876550">
                  <a:moveTo>
                    <a:pt x="819137" y="47654"/>
                  </a:moveTo>
                  <a:lnTo>
                    <a:pt x="676262" y="47654"/>
                  </a:lnTo>
                  <a:lnTo>
                    <a:pt x="676262" y="0"/>
                  </a:lnTo>
                  <a:lnTo>
                    <a:pt x="819137" y="0"/>
                  </a:lnTo>
                  <a:lnTo>
                    <a:pt x="819137" y="47654"/>
                  </a:lnTo>
                  <a:close/>
                </a:path>
                <a:path w="4996180" h="2876550">
                  <a:moveTo>
                    <a:pt x="1009637" y="47654"/>
                  </a:moveTo>
                  <a:lnTo>
                    <a:pt x="866762" y="47654"/>
                  </a:lnTo>
                  <a:lnTo>
                    <a:pt x="866762" y="0"/>
                  </a:lnTo>
                  <a:lnTo>
                    <a:pt x="1009637" y="0"/>
                  </a:lnTo>
                  <a:lnTo>
                    <a:pt x="1009637" y="47654"/>
                  </a:lnTo>
                  <a:close/>
                </a:path>
                <a:path w="4996180" h="2876550">
                  <a:moveTo>
                    <a:pt x="1200137" y="47654"/>
                  </a:moveTo>
                  <a:lnTo>
                    <a:pt x="1057262" y="47654"/>
                  </a:lnTo>
                  <a:lnTo>
                    <a:pt x="1057262" y="0"/>
                  </a:lnTo>
                  <a:lnTo>
                    <a:pt x="1200137" y="0"/>
                  </a:lnTo>
                  <a:lnTo>
                    <a:pt x="1200137" y="47654"/>
                  </a:lnTo>
                  <a:close/>
                </a:path>
                <a:path w="4996180" h="2876550">
                  <a:moveTo>
                    <a:pt x="1390637" y="47654"/>
                  </a:moveTo>
                  <a:lnTo>
                    <a:pt x="1247762" y="47654"/>
                  </a:lnTo>
                  <a:lnTo>
                    <a:pt x="1247762" y="0"/>
                  </a:lnTo>
                  <a:lnTo>
                    <a:pt x="1390637" y="0"/>
                  </a:lnTo>
                  <a:lnTo>
                    <a:pt x="1390637" y="47654"/>
                  </a:lnTo>
                  <a:close/>
                </a:path>
                <a:path w="4996180" h="2876550">
                  <a:moveTo>
                    <a:pt x="1581137" y="47654"/>
                  </a:moveTo>
                  <a:lnTo>
                    <a:pt x="1438262" y="47654"/>
                  </a:lnTo>
                  <a:lnTo>
                    <a:pt x="1438262" y="0"/>
                  </a:lnTo>
                  <a:lnTo>
                    <a:pt x="1581137" y="0"/>
                  </a:lnTo>
                  <a:lnTo>
                    <a:pt x="1581137" y="47654"/>
                  </a:lnTo>
                  <a:close/>
                </a:path>
                <a:path w="4996180" h="2876550">
                  <a:moveTo>
                    <a:pt x="1771637" y="47654"/>
                  </a:moveTo>
                  <a:lnTo>
                    <a:pt x="1628762" y="47654"/>
                  </a:lnTo>
                  <a:lnTo>
                    <a:pt x="1628762" y="0"/>
                  </a:lnTo>
                  <a:lnTo>
                    <a:pt x="1771637" y="0"/>
                  </a:lnTo>
                  <a:lnTo>
                    <a:pt x="1771637" y="47654"/>
                  </a:lnTo>
                  <a:close/>
                </a:path>
                <a:path w="4996180" h="2876550">
                  <a:moveTo>
                    <a:pt x="1962137" y="47654"/>
                  </a:moveTo>
                  <a:lnTo>
                    <a:pt x="1819262" y="47654"/>
                  </a:lnTo>
                  <a:lnTo>
                    <a:pt x="1819262" y="0"/>
                  </a:lnTo>
                  <a:lnTo>
                    <a:pt x="1962137" y="0"/>
                  </a:lnTo>
                  <a:lnTo>
                    <a:pt x="1962137" y="47654"/>
                  </a:lnTo>
                  <a:close/>
                </a:path>
                <a:path w="4996180" h="2876550">
                  <a:moveTo>
                    <a:pt x="2152637" y="47654"/>
                  </a:moveTo>
                  <a:lnTo>
                    <a:pt x="2009762" y="47654"/>
                  </a:lnTo>
                  <a:lnTo>
                    <a:pt x="2009762" y="0"/>
                  </a:lnTo>
                  <a:lnTo>
                    <a:pt x="2152637" y="0"/>
                  </a:lnTo>
                  <a:lnTo>
                    <a:pt x="2152637" y="47654"/>
                  </a:lnTo>
                  <a:close/>
                </a:path>
                <a:path w="4996180" h="2876550">
                  <a:moveTo>
                    <a:pt x="2343137" y="47654"/>
                  </a:moveTo>
                  <a:lnTo>
                    <a:pt x="2200262" y="47654"/>
                  </a:lnTo>
                  <a:lnTo>
                    <a:pt x="2200262" y="0"/>
                  </a:lnTo>
                  <a:lnTo>
                    <a:pt x="2343137" y="0"/>
                  </a:lnTo>
                  <a:lnTo>
                    <a:pt x="2343137" y="47654"/>
                  </a:lnTo>
                  <a:close/>
                </a:path>
                <a:path w="4996180" h="2876550">
                  <a:moveTo>
                    <a:pt x="2533637" y="47654"/>
                  </a:moveTo>
                  <a:lnTo>
                    <a:pt x="2390762" y="47654"/>
                  </a:lnTo>
                  <a:lnTo>
                    <a:pt x="2390762" y="0"/>
                  </a:lnTo>
                  <a:lnTo>
                    <a:pt x="2533637" y="0"/>
                  </a:lnTo>
                  <a:lnTo>
                    <a:pt x="2533637" y="47654"/>
                  </a:lnTo>
                  <a:close/>
                </a:path>
                <a:path w="4996180" h="2876550">
                  <a:moveTo>
                    <a:pt x="2724137" y="47654"/>
                  </a:moveTo>
                  <a:lnTo>
                    <a:pt x="2581262" y="47654"/>
                  </a:lnTo>
                  <a:lnTo>
                    <a:pt x="2581262" y="0"/>
                  </a:lnTo>
                  <a:lnTo>
                    <a:pt x="2724137" y="0"/>
                  </a:lnTo>
                  <a:lnTo>
                    <a:pt x="2724137" y="47654"/>
                  </a:lnTo>
                  <a:close/>
                </a:path>
                <a:path w="4996180" h="2876550">
                  <a:moveTo>
                    <a:pt x="2914637" y="47654"/>
                  </a:moveTo>
                  <a:lnTo>
                    <a:pt x="2771762" y="47654"/>
                  </a:lnTo>
                  <a:lnTo>
                    <a:pt x="2771762" y="0"/>
                  </a:lnTo>
                  <a:lnTo>
                    <a:pt x="2914637" y="0"/>
                  </a:lnTo>
                  <a:lnTo>
                    <a:pt x="2914637" y="47654"/>
                  </a:lnTo>
                  <a:close/>
                </a:path>
                <a:path w="4996180" h="2876550">
                  <a:moveTo>
                    <a:pt x="3105137" y="47654"/>
                  </a:moveTo>
                  <a:lnTo>
                    <a:pt x="2962262" y="47654"/>
                  </a:lnTo>
                  <a:lnTo>
                    <a:pt x="2962262" y="0"/>
                  </a:lnTo>
                  <a:lnTo>
                    <a:pt x="3105137" y="0"/>
                  </a:lnTo>
                  <a:lnTo>
                    <a:pt x="3105137" y="47654"/>
                  </a:lnTo>
                  <a:close/>
                </a:path>
                <a:path w="4996180" h="2876550">
                  <a:moveTo>
                    <a:pt x="3295637" y="47654"/>
                  </a:moveTo>
                  <a:lnTo>
                    <a:pt x="3152762" y="47654"/>
                  </a:lnTo>
                  <a:lnTo>
                    <a:pt x="3152762" y="0"/>
                  </a:lnTo>
                  <a:lnTo>
                    <a:pt x="3295637" y="0"/>
                  </a:lnTo>
                  <a:lnTo>
                    <a:pt x="3295637" y="47654"/>
                  </a:lnTo>
                  <a:close/>
                </a:path>
                <a:path w="4996180" h="2876550">
                  <a:moveTo>
                    <a:pt x="3486137" y="47654"/>
                  </a:moveTo>
                  <a:lnTo>
                    <a:pt x="3343262" y="47654"/>
                  </a:lnTo>
                  <a:lnTo>
                    <a:pt x="3343262" y="0"/>
                  </a:lnTo>
                  <a:lnTo>
                    <a:pt x="3486137" y="0"/>
                  </a:lnTo>
                  <a:lnTo>
                    <a:pt x="3486137" y="47654"/>
                  </a:lnTo>
                  <a:close/>
                </a:path>
                <a:path w="4996180" h="2876550">
                  <a:moveTo>
                    <a:pt x="3676637" y="47654"/>
                  </a:moveTo>
                  <a:lnTo>
                    <a:pt x="3533762" y="47654"/>
                  </a:lnTo>
                  <a:lnTo>
                    <a:pt x="3533762" y="0"/>
                  </a:lnTo>
                  <a:lnTo>
                    <a:pt x="3676637" y="0"/>
                  </a:lnTo>
                  <a:lnTo>
                    <a:pt x="3676637" y="47654"/>
                  </a:lnTo>
                  <a:close/>
                </a:path>
                <a:path w="4996180" h="2876550">
                  <a:moveTo>
                    <a:pt x="3867137" y="47654"/>
                  </a:moveTo>
                  <a:lnTo>
                    <a:pt x="3724262" y="47654"/>
                  </a:lnTo>
                  <a:lnTo>
                    <a:pt x="3724262" y="0"/>
                  </a:lnTo>
                  <a:lnTo>
                    <a:pt x="3867137" y="0"/>
                  </a:lnTo>
                  <a:lnTo>
                    <a:pt x="3867137" y="47654"/>
                  </a:lnTo>
                  <a:close/>
                </a:path>
                <a:path w="4996180" h="2876550">
                  <a:moveTo>
                    <a:pt x="4057637" y="47654"/>
                  </a:moveTo>
                  <a:lnTo>
                    <a:pt x="3914762" y="47654"/>
                  </a:lnTo>
                  <a:lnTo>
                    <a:pt x="3914762" y="0"/>
                  </a:lnTo>
                  <a:lnTo>
                    <a:pt x="4057637" y="0"/>
                  </a:lnTo>
                  <a:lnTo>
                    <a:pt x="4057637" y="47654"/>
                  </a:lnTo>
                  <a:close/>
                </a:path>
                <a:path w="4996180" h="2876550">
                  <a:moveTo>
                    <a:pt x="4248137" y="47654"/>
                  </a:moveTo>
                  <a:lnTo>
                    <a:pt x="4105262" y="47654"/>
                  </a:lnTo>
                  <a:lnTo>
                    <a:pt x="4105262" y="0"/>
                  </a:lnTo>
                  <a:lnTo>
                    <a:pt x="4248137" y="0"/>
                  </a:lnTo>
                  <a:lnTo>
                    <a:pt x="4248137" y="47654"/>
                  </a:lnTo>
                  <a:close/>
                </a:path>
                <a:path w="4996180" h="2876550">
                  <a:moveTo>
                    <a:pt x="4438637" y="47654"/>
                  </a:moveTo>
                  <a:lnTo>
                    <a:pt x="4295762" y="47654"/>
                  </a:lnTo>
                  <a:lnTo>
                    <a:pt x="4295762" y="0"/>
                  </a:lnTo>
                  <a:lnTo>
                    <a:pt x="4438637" y="0"/>
                  </a:lnTo>
                  <a:lnTo>
                    <a:pt x="4438637" y="47654"/>
                  </a:lnTo>
                  <a:close/>
                </a:path>
                <a:path w="4996180" h="2876550">
                  <a:moveTo>
                    <a:pt x="4616622" y="60761"/>
                  </a:moveTo>
                  <a:lnTo>
                    <a:pt x="4590336" y="55027"/>
                  </a:lnTo>
                  <a:lnTo>
                    <a:pt x="4563846" y="50931"/>
                  </a:lnTo>
                  <a:lnTo>
                    <a:pt x="4537150" y="48473"/>
                  </a:lnTo>
                  <a:lnTo>
                    <a:pt x="4510249" y="47654"/>
                  </a:lnTo>
                  <a:lnTo>
                    <a:pt x="4486262" y="47654"/>
                  </a:lnTo>
                  <a:lnTo>
                    <a:pt x="4486262" y="0"/>
                  </a:lnTo>
                  <a:lnTo>
                    <a:pt x="4510249" y="0"/>
                  </a:lnTo>
                  <a:lnTo>
                    <a:pt x="4558261" y="2405"/>
                  </a:lnTo>
                  <a:lnTo>
                    <a:pt x="4605459" y="9448"/>
                  </a:lnTo>
                  <a:lnTo>
                    <a:pt x="4628044" y="15124"/>
                  </a:lnTo>
                  <a:lnTo>
                    <a:pt x="4616622" y="60761"/>
                  </a:lnTo>
                  <a:close/>
                </a:path>
                <a:path w="4996180" h="2876550">
                  <a:moveTo>
                    <a:pt x="4771087" y="133755"/>
                  </a:moveTo>
                  <a:lnTo>
                    <a:pt x="4744443" y="115478"/>
                  </a:lnTo>
                  <a:lnTo>
                    <a:pt x="4716675" y="99299"/>
                  </a:lnTo>
                  <a:lnTo>
                    <a:pt x="4687784" y="85218"/>
                  </a:lnTo>
                  <a:lnTo>
                    <a:pt x="4657768" y="73235"/>
                  </a:lnTo>
                  <a:lnTo>
                    <a:pt x="4673610" y="28935"/>
                  </a:lnTo>
                  <a:lnTo>
                    <a:pt x="4696142" y="37005"/>
                  </a:lnTo>
                  <a:lnTo>
                    <a:pt x="4738990" y="57254"/>
                  </a:lnTo>
                  <a:lnTo>
                    <a:pt x="4779750" y="81642"/>
                  </a:lnTo>
                  <a:lnTo>
                    <a:pt x="4799091" y="95960"/>
                  </a:lnTo>
                  <a:lnTo>
                    <a:pt x="4771087" y="133755"/>
                  </a:lnTo>
                  <a:close/>
                </a:path>
                <a:path w="4996180" h="2876550">
                  <a:moveTo>
                    <a:pt x="4886051" y="260540"/>
                  </a:moveTo>
                  <a:lnTo>
                    <a:pt x="4855667" y="216231"/>
                  </a:lnTo>
                  <a:lnTo>
                    <a:pt x="4820058" y="175981"/>
                  </a:lnTo>
                  <a:lnTo>
                    <a:pt x="4804333" y="161015"/>
                  </a:lnTo>
                  <a:lnTo>
                    <a:pt x="4835901" y="126154"/>
                  </a:lnTo>
                  <a:lnTo>
                    <a:pt x="4853735" y="142305"/>
                  </a:lnTo>
                  <a:lnTo>
                    <a:pt x="4886004" y="177935"/>
                  </a:lnTo>
                  <a:lnTo>
                    <a:pt x="4914354" y="216231"/>
                  </a:lnTo>
                  <a:lnTo>
                    <a:pt x="4926403" y="236355"/>
                  </a:lnTo>
                  <a:lnTo>
                    <a:pt x="4886051" y="260540"/>
                  </a:lnTo>
                  <a:close/>
                </a:path>
                <a:path w="4996180" h="2876550">
                  <a:moveTo>
                    <a:pt x="4943629" y="421389"/>
                  </a:moveTo>
                  <a:lnTo>
                    <a:pt x="4937719" y="389624"/>
                  </a:lnTo>
                  <a:lnTo>
                    <a:pt x="4929530" y="358547"/>
                  </a:lnTo>
                  <a:lnTo>
                    <a:pt x="4919064" y="328159"/>
                  </a:lnTo>
                  <a:lnTo>
                    <a:pt x="4906319" y="298459"/>
                  </a:lnTo>
                  <a:lnTo>
                    <a:pt x="4948849" y="278344"/>
                  </a:lnTo>
                  <a:lnTo>
                    <a:pt x="4959035" y="299898"/>
                  </a:lnTo>
                  <a:lnTo>
                    <a:pt x="4975014" y="344514"/>
                  </a:lnTo>
                  <a:lnTo>
                    <a:pt x="4986591" y="390581"/>
                  </a:lnTo>
                  <a:lnTo>
                    <a:pt x="4990156" y="414475"/>
                  </a:lnTo>
                  <a:lnTo>
                    <a:pt x="4943629" y="421389"/>
                  </a:lnTo>
                  <a:close/>
                </a:path>
                <a:path w="4996180" h="2876550">
                  <a:moveTo>
                    <a:pt x="4996011" y="604869"/>
                  </a:moveTo>
                  <a:lnTo>
                    <a:pt x="4948386" y="604869"/>
                  </a:lnTo>
                  <a:lnTo>
                    <a:pt x="4948386" y="478573"/>
                  </a:lnTo>
                  <a:lnTo>
                    <a:pt x="4948209" y="471367"/>
                  </a:lnTo>
                  <a:lnTo>
                    <a:pt x="4947853" y="464173"/>
                  </a:lnTo>
                  <a:lnTo>
                    <a:pt x="4994826" y="461855"/>
                  </a:lnTo>
                  <a:lnTo>
                    <a:pt x="4996011" y="485791"/>
                  </a:lnTo>
                  <a:lnTo>
                    <a:pt x="4996011" y="604869"/>
                  </a:lnTo>
                  <a:close/>
                </a:path>
                <a:path w="4996180" h="2876550">
                  <a:moveTo>
                    <a:pt x="4996011" y="795369"/>
                  </a:moveTo>
                  <a:lnTo>
                    <a:pt x="4948386" y="795369"/>
                  </a:lnTo>
                  <a:lnTo>
                    <a:pt x="4948386" y="652494"/>
                  </a:lnTo>
                  <a:lnTo>
                    <a:pt x="4996011" y="652494"/>
                  </a:lnTo>
                  <a:lnTo>
                    <a:pt x="4996011" y="795369"/>
                  </a:lnTo>
                  <a:close/>
                </a:path>
                <a:path w="4996180" h="2876550">
                  <a:moveTo>
                    <a:pt x="4996011" y="985869"/>
                  </a:moveTo>
                  <a:lnTo>
                    <a:pt x="4948386" y="985869"/>
                  </a:lnTo>
                  <a:lnTo>
                    <a:pt x="4948386" y="842994"/>
                  </a:lnTo>
                  <a:lnTo>
                    <a:pt x="4996011" y="842994"/>
                  </a:lnTo>
                  <a:lnTo>
                    <a:pt x="4996011" y="985869"/>
                  </a:lnTo>
                  <a:close/>
                </a:path>
                <a:path w="4996180" h="2876550">
                  <a:moveTo>
                    <a:pt x="4996011" y="1176369"/>
                  </a:moveTo>
                  <a:lnTo>
                    <a:pt x="4948386" y="1176369"/>
                  </a:lnTo>
                  <a:lnTo>
                    <a:pt x="4948386" y="1033494"/>
                  </a:lnTo>
                  <a:lnTo>
                    <a:pt x="4996011" y="1033494"/>
                  </a:lnTo>
                  <a:lnTo>
                    <a:pt x="4996011" y="1176369"/>
                  </a:lnTo>
                  <a:close/>
                </a:path>
                <a:path w="4996180" h="2876550">
                  <a:moveTo>
                    <a:pt x="4996011" y="1366869"/>
                  </a:moveTo>
                  <a:lnTo>
                    <a:pt x="4948386" y="1366869"/>
                  </a:lnTo>
                  <a:lnTo>
                    <a:pt x="4948386" y="1223994"/>
                  </a:lnTo>
                  <a:lnTo>
                    <a:pt x="4996011" y="1223994"/>
                  </a:lnTo>
                  <a:lnTo>
                    <a:pt x="4996011" y="1366869"/>
                  </a:lnTo>
                  <a:close/>
                </a:path>
                <a:path w="4996180" h="2876550">
                  <a:moveTo>
                    <a:pt x="4996011" y="1557369"/>
                  </a:moveTo>
                  <a:lnTo>
                    <a:pt x="4948386" y="1557369"/>
                  </a:lnTo>
                  <a:lnTo>
                    <a:pt x="4948386" y="1414494"/>
                  </a:lnTo>
                  <a:lnTo>
                    <a:pt x="4996011" y="1414494"/>
                  </a:lnTo>
                  <a:lnTo>
                    <a:pt x="4996011" y="1557369"/>
                  </a:lnTo>
                  <a:close/>
                </a:path>
                <a:path w="4996180" h="2876550">
                  <a:moveTo>
                    <a:pt x="4996011" y="1747869"/>
                  </a:moveTo>
                  <a:lnTo>
                    <a:pt x="4948386" y="1747869"/>
                  </a:lnTo>
                  <a:lnTo>
                    <a:pt x="4948386" y="1604994"/>
                  </a:lnTo>
                  <a:lnTo>
                    <a:pt x="4996011" y="1604994"/>
                  </a:lnTo>
                  <a:lnTo>
                    <a:pt x="4996011" y="1747869"/>
                  </a:lnTo>
                  <a:close/>
                </a:path>
                <a:path w="4996180" h="2876550">
                  <a:moveTo>
                    <a:pt x="4996011" y="1938369"/>
                  </a:moveTo>
                  <a:lnTo>
                    <a:pt x="4948386" y="1938369"/>
                  </a:lnTo>
                  <a:lnTo>
                    <a:pt x="4948386" y="1795494"/>
                  </a:lnTo>
                  <a:lnTo>
                    <a:pt x="4996011" y="1795494"/>
                  </a:lnTo>
                  <a:lnTo>
                    <a:pt x="4996011" y="1938369"/>
                  </a:lnTo>
                  <a:close/>
                </a:path>
                <a:path w="4996180" h="2876550">
                  <a:moveTo>
                    <a:pt x="4996011" y="2128869"/>
                  </a:moveTo>
                  <a:lnTo>
                    <a:pt x="4948386" y="2128869"/>
                  </a:lnTo>
                  <a:lnTo>
                    <a:pt x="4948386" y="1985994"/>
                  </a:lnTo>
                  <a:lnTo>
                    <a:pt x="4996011" y="1985994"/>
                  </a:lnTo>
                  <a:lnTo>
                    <a:pt x="4996011" y="2128869"/>
                  </a:lnTo>
                  <a:close/>
                </a:path>
                <a:path w="4996180" h="2876550">
                  <a:moveTo>
                    <a:pt x="4996011" y="2319369"/>
                  </a:moveTo>
                  <a:lnTo>
                    <a:pt x="4948386" y="2319369"/>
                  </a:lnTo>
                  <a:lnTo>
                    <a:pt x="4948386" y="2176494"/>
                  </a:lnTo>
                  <a:lnTo>
                    <a:pt x="4996011" y="2176494"/>
                  </a:lnTo>
                  <a:lnTo>
                    <a:pt x="4996011" y="2319369"/>
                  </a:lnTo>
                  <a:close/>
                </a:path>
                <a:path w="4996180" h="2876550">
                  <a:moveTo>
                    <a:pt x="4981841" y="2508885"/>
                  </a:moveTo>
                  <a:lnTo>
                    <a:pt x="4936099" y="2497816"/>
                  </a:lnTo>
                  <a:lnTo>
                    <a:pt x="4941475" y="2472336"/>
                  </a:lnTo>
                  <a:lnTo>
                    <a:pt x="4945314" y="2446669"/>
                  </a:lnTo>
                  <a:lnTo>
                    <a:pt x="4947618" y="2420816"/>
                  </a:lnTo>
                  <a:lnTo>
                    <a:pt x="4948386" y="2394776"/>
                  </a:lnTo>
                  <a:lnTo>
                    <a:pt x="4948386" y="2366994"/>
                  </a:lnTo>
                  <a:lnTo>
                    <a:pt x="4996011" y="2366994"/>
                  </a:lnTo>
                  <a:lnTo>
                    <a:pt x="4996011" y="2394776"/>
                  </a:lnTo>
                  <a:lnTo>
                    <a:pt x="4993634" y="2442788"/>
                  </a:lnTo>
                  <a:lnTo>
                    <a:pt x="4986591" y="2489986"/>
                  </a:lnTo>
                  <a:lnTo>
                    <a:pt x="4981841" y="2508885"/>
                  </a:lnTo>
                  <a:close/>
                </a:path>
                <a:path w="4996180" h="2876550">
                  <a:moveTo>
                    <a:pt x="4902330" y="2680578"/>
                  </a:moveTo>
                  <a:lnTo>
                    <a:pt x="4864307" y="2652862"/>
                  </a:lnTo>
                  <a:lnTo>
                    <a:pt x="4882377" y="2626075"/>
                  </a:lnTo>
                  <a:lnTo>
                    <a:pt x="4898340" y="2598180"/>
                  </a:lnTo>
                  <a:lnTo>
                    <a:pt x="4912196" y="2569177"/>
                  </a:lnTo>
                  <a:lnTo>
                    <a:pt x="4923946" y="2539066"/>
                  </a:lnTo>
                  <a:lnTo>
                    <a:pt x="4968383" y="2554567"/>
                  </a:lnTo>
                  <a:lnTo>
                    <a:pt x="4959035" y="2580669"/>
                  </a:lnTo>
                  <a:lnTo>
                    <a:pt x="4938785" y="2623517"/>
                  </a:lnTo>
                  <a:lnTo>
                    <a:pt x="4914398" y="2664277"/>
                  </a:lnTo>
                  <a:lnTo>
                    <a:pt x="4902330" y="2680578"/>
                  </a:lnTo>
                  <a:close/>
                </a:path>
                <a:path w="4996180" h="2876550">
                  <a:moveTo>
                    <a:pt x="4762946" y="2808979"/>
                  </a:moveTo>
                  <a:lnTo>
                    <a:pt x="4738437" y="2768803"/>
                  </a:lnTo>
                  <a:lnTo>
                    <a:pt x="4760276" y="2754578"/>
                  </a:lnTo>
                  <a:lnTo>
                    <a:pt x="4781160" y="2739134"/>
                  </a:lnTo>
                  <a:lnTo>
                    <a:pt x="4820059" y="2704586"/>
                  </a:lnTo>
                  <a:lnTo>
                    <a:pt x="4837325" y="2686300"/>
                  </a:lnTo>
                  <a:lnTo>
                    <a:pt x="4872443" y="2717605"/>
                  </a:lnTo>
                  <a:lnTo>
                    <a:pt x="4853735" y="2738262"/>
                  </a:lnTo>
                  <a:lnTo>
                    <a:pt x="4818105" y="2770530"/>
                  </a:lnTo>
                  <a:lnTo>
                    <a:pt x="4779750" y="2798924"/>
                  </a:lnTo>
                  <a:lnTo>
                    <a:pt x="4762946" y="2808979"/>
                  </a:lnTo>
                  <a:close/>
                </a:path>
                <a:path w="4996180" h="2876550">
                  <a:moveTo>
                    <a:pt x="4585306" y="2874126"/>
                  </a:moveTo>
                  <a:lnTo>
                    <a:pt x="4578027" y="2827642"/>
                  </a:lnTo>
                  <a:lnTo>
                    <a:pt x="4609748" y="2821483"/>
                  </a:lnTo>
                  <a:lnTo>
                    <a:pt x="4640762" y="2813052"/>
                  </a:lnTo>
                  <a:lnTo>
                    <a:pt x="4671069" y="2802347"/>
                  </a:lnTo>
                  <a:lnTo>
                    <a:pt x="4700671" y="2789370"/>
                  </a:lnTo>
                  <a:lnTo>
                    <a:pt x="4721124" y="2831756"/>
                  </a:lnTo>
                  <a:lnTo>
                    <a:pt x="4696142" y="2843562"/>
                  </a:lnTo>
                  <a:lnTo>
                    <a:pt x="4651526" y="2859541"/>
                  </a:lnTo>
                  <a:lnTo>
                    <a:pt x="4605459" y="2871118"/>
                  </a:lnTo>
                  <a:lnTo>
                    <a:pt x="4585306" y="2874126"/>
                  </a:lnTo>
                  <a:close/>
                </a:path>
                <a:path w="4996180" h="2876550">
                  <a:moveTo>
                    <a:pt x="4537839" y="2876550"/>
                  </a:moveTo>
                  <a:lnTo>
                    <a:pt x="4394966" y="2876550"/>
                  </a:lnTo>
                  <a:lnTo>
                    <a:pt x="4394966" y="2832914"/>
                  </a:lnTo>
                  <a:lnTo>
                    <a:pt x="4518611" y="2832914"/>
                  </a:lnTo>
                  <a:lnTo>
                    <a:pt x="4526961" y="2832675"/>
                  </a:lnTo>
                  <a:lnTo>
                    <a:pt x="4535300" y="2832198"/>
                  </a:lnTo>
                  <a:lnTo>
                    <a:pt x="4537839" y="2876550"/>
                  </a:lnTo>
                  <a:close/>
                </a:path>
                <a:path w="4996180" h="2876550">
                  <a:moveTo>
                    <a:pt x="4347341" y="2876550"/>
                  </a:moveTo>
                  <a:lnTo>
                    <a:pt x="4204466" y="2876550"/>
                  </a:lnTo>
                  <a:lnTo>
                    <a:pt x="4204466" y="2832914"/>
                  </a:lnTo>
                  <a:lnTo>
                    <a:pt x="4347341" y="2832914"/>
                  </a:lnTo>
                  <a:lnTo>
                    <a:pt x="4347341" y="2876550"/>
                  </a:lnTo>
                  <a:close/>
                </a:path>
                <a:path w="4996180" h="2876550">
                  <a:moveTo>
                    <a:pt x="4156841" y="2876550"/>
                  </a:moveTo>
                  <a:lnTo>
                    <a:pt x="4013966" y="2876550"/>
                  </a:lnTo>
                  <a:lnTo>
                    <a:pt x="4013966" y="2832914"/>
                  </a:lnTo>
                  <a:lnTo>
                    <a:pt x="4156841" y="2832914"/>
                  </a:lnTo>
                  <a:lnTo>
                    <a:pt x="4156841" y="2876550"/>
                  </a:lnTo>
                  <a:close/>
                </a:path>
                <a:path w="4996180" h="2876550">
                  <a:moveTo>
                    <a:pt x="3966341" y="2876550"/>
                  </a:moveTo>
                  <a:lnTo>
                    <a:pt x="3823466" y="2876550"/>
                  </a:lnTo>
                  <a:lnTo>
                    <a:pt x="3823466" y="2832914"/>
                  </a:lnTo>
                  <a:lnTo>
                    <a:pt x="3966341" y="2832914"/>
                  </a:lnTo>
                  <a:lnTo>
                    <a:pt x="3966341" y="2876550"/>
                  </a:lnTo>
                  <a:close/>
                </a:path>
                <a:path w="4996180" h="2876550">
                  <a:moveTo>
                    <a:pt x="3775841" y="2876550"/>
                  </a:moveTo>
                  <a:lnTo>
                    <a:pt x="3632966" y="2876550"/>
                  </a:lnTo>
                  <a:lnTo>
                    <a:pt x="3632966" y="2832914"/>
                  </a:lnTo>
                  <a:lnTo>
                    <a:pt x="3775841" y="2832914"/>
                  </a:lnTo>
                  <a:lnTo>
                    <a:pt x="3775841" y="2876550"/>
                  </a:lnTo>
                  <a:close/>
                </a:path>
                <a:path w="4996180" h="2876550">
                  <a:moveTo>
                    <a:pt x="3585341" y="2876550"/>
                  </a:moveTo>
                  <a:lnTo>
                    <a:pt x="3442466" y="2876550"/>
                  </a:lnTo>
                  <a:lnTo>
                    <a:pt x="3442466" y="2832914"/>
                  </a:lnTo>
                  <a:lnTo>
                    <a:pt x="3585341" y="2832914"/>
                  </a:lnTo>
                  <a:lnTo>
                    <a:pt x="3585341" y="2876550"/>
                  </a:lnTo>
                  <a:close/>
                </a:path>
                <a:path w="4996180" h="2876550">
                  <a:moveTo>
                    <a:pt x="3394841" y="2876550"/>
                  </a:moveTo>
                  <a:lnTo>
                    <a:pt x="3251966" y="2876550"/>
                  </a:lnTo>
                  <a:lnTo>
                    <a:pt x="3251966" y="2832914"/>
                  </a:lnTo>
                  <a:lnTo>
                    <a:pt x="3394841" y="2832914"/>
                  </a:lnTo>
                  <a:lnTo>
                    <a:pt x="3394841" y="2876550"/>
                  </a:lnTo>
                  <a:close/>
                </a:path>
                <a:path w="4996180" h="2876550">
                  <a:moveTo>
                    <a:pt x="3204341" y="2876550"/>
                  </a:moveTo>
                  <a:lnTo>
                    <a:pt x="3061466" y="2876550"/>
                  </a:lnTo>
                  <a:lnTo>
                    <a:pt x="3061466" y="2832914"/>
                  </a:lnTo>
                  <a:lnTo>
                    <a:pt x="3204341" y="2832914"/>
                  </a:lnTo>
                  <a:lnTo>
                    <a:pt x="3204341" y="2876550"/>
                  </a:lnTo>
                  <a:close/>
                </a:path>
                <a:path w="4996180" h="2876550">
                  <a:moveTo>
                    <a:pt x="3013841" y="2876550"/>
                  </a:moveTo>
                  <a:lnTo>
                    <a:pt x="2870966" y="2876550"/>
                  </a:lnTo>
                  <a:lnTo>
                    <a:pt x="2870966" y="2832914"/>
                  </a:lnTo>
                  <a:lnTo>
                    <a:pt x="3013841" y="2832914"/>
                  </a:lnTo>
                  <a:lnTo>
                    <a:pt x="3013841" y="2876550"/>
                  </a:lnTo>
                  <a:close/>
                </a:path>
                <a:path w="4996180" h="2876550">
                  <a:moveTo>
                    <a:pt x="2823341" y="2876550"/>
                  </a:moveTo>
                  <a:lnTo>
                    <a:pt x="2680466" y="2876550"/>
                  </a:lnTo>
                  <a:lnTo>
                    <a:pt x="2680466" y="2832914"/>
                  </a:lnTo>
                  <a:lnTo>
                    <a:pt x="2823341" y="2832914"/>
                  </a:lnTo>
                  <a:lnTo>
                    <a:pt x="2823341" y="2876550"/>
                  </a:lnTo>
                  <a:close/>
                </a:path>
                <a:path w="4996180" h="2876550">
                  <a:moveTo>
                    <a:pt x="2632841" y="2876550"/>
                  </a:moveTo>
                  <a:lnTo>
                    <a:pt x="2489966" y="2876550"/>
                  </a:lnTo>
                  <a:lnTo>
                    <a:pt x="2489966" y="2832914"/>
                  </a:lnTo>
                  <a:lnTo>
                    <a:pt x="2632841" y="2832914"/>
                  </a:lnTo>
                  <a:lnTo>
                    <a:pt x="2632841" y="2876550"/>
                  </a:lnTo>
                  <a:close/>
                </a:path>
                <a:path w="4996180" h="2876550">
                  <a:moveTo>
                    <a:pt x="2442341" y="2876550"/>
                  </a:moveTo>
                  <a:lnTo>
                    <a:pt x="2299466" y="2876550"/>
                  </a:lnTo>
                  <a:lnTo>
                    <a:pt x="2299466" y="2832914"/>
                  </a:lnTo>
                  <a:lnTo>
                    <a:pt x="2442341" y="2832914"/>
                  </a:lnTo>
                  <a:lnTo>
                    <a:pt x="2442341" y="2876550"/>
                  </a:lnTo>
                  <a:close/>
                </a:path>
                <a:path w="4996180" h="2876550">
                  <a:moveTo>
                    <a:pt x="2251841" y="2876550"/>
                  </a:moveTo>
                  <a:lnTo>
                    <a:pt x="2108966" y="2876550"/>
                  </a:lnTo>
                  <a:lnTo>
                    <a:pt x="2108966" y="2832914"/>
                  </a:lnTo>
                  <a:lnTo>
                    <a:pt x="2251841" y="2832914"/>
                  </a:lnTo>
                  <a:lnTo>
                    <a:pt x="2251841" y="2876550"/>
                  </a:lnTo>
                  <a:close/>
                </a:path>
                <a:path w="4996180" h="2876550">
                  <a:moveTo>
                    <a:pt x="2061341" y="2876550"/>
                  </a:moveTo>
                  <a:lnTo>
                    <a:pt x="1918466" y="2876550"/>
                  </a:lnTo>
                  <a:lnTo>
                    <a:pt x="1918466" y="2832914"/>
                  </a:lnTo>
                  <a:lnTo>
                    <a:pt x="2061341" y="2832914"/>
                  </a:lnTo>
                  <a:lnTo>
                    <a:pt x="2061341" y="2876550"/>
                  </a:lnTo>
                  <a:close/>
                </a:path>
                <a:path w="4996180" h="2876550">
                  <a:moveTo>
                    <a:pt x="1870841" y="2876550"/>
                  </a:moveTo>
                  <a:lnTo>
                    <a:pt x="1727966" y="2876550"/>
                  </a:lnTo>
                  <a:lnTo>
                    <a:pt x="1727966" y="2832914"/>
                  </a:lnTo>
                  <a:lnTo>
                    <a:pt x="1870841" y="2832914"/>
                  </a:lnTo>
                  <a:lnTo>
                    <a:pt x="1870841" y="2876550"/>
                  </a:lnTo>
                  <a:close/>
                </a:path>
                <a:path w="4996180" h="2876550">
                  <a:moveTo>
                    <a:pt x="1680341" y="2876550"/>
                  </a:moveTo>
                  <a:lnTo>
                    <a:pt x="1537466" y="2876550"/>
                  </a:lnTo>
                  <a:lnTo>
                    <a:pt x="1537466" y="2832914"/>
                  </a:lnTo>
                  <a:lnTo>
                    <a:pt x="1680341" y="2832914"/>
                  </a:lnTo>
                  <a:lnTo>
                    <a:pt x="1680341" y="2876550"/>
                  </a:lnTo>
                  <a:close/>
                </a:path>
                <a:path w="4996180" h="2876550">
                  <a:moveTo>
                    <a:pt x="1489841" y="2876550"/>
                  </a:moveTo>
                  <a:lnTo>
                    <a:pt x="1346966" y="2876550"/>
                  </a:lnTo>
                  <a:lnTo>
                    <a:pt x="1346966" y="2832914"/>
                  </a:lnTo>
                  <a:lnTo>
                    <a:pt x="1489841" y="2832914"/>
                  </a:lnTo>
                  <a:lnTo>
                    <a:pt x="1489841" y="2876550"/>
                  </a:lnTo>
                  <a:close/>
                </a:path>
                <a:path w="4996180" h="2876550">
                  <a:moveTo>
                    <a:pt x="1299341" y="2876550"/>
                  </a:moveTo>
                  <a:lnTo>
                    <a:pt x="1156466" y="2876550"/>
                  </a:lnTo>
                  <a:lnTo>
                    <a:pt x="1156466" y="2832914"/>
                  </a:lnTo>
                  <a:lnTo>
                    <a:pt x="1299341" y="2832914"/>
                  </a:lnTo>
                  <a:lnTo>
                    <a:pt x="1299341" y="2876550"/>
                  </a:lnTo>
                  <a:close/>
                </a:path>
                <a:path w="4996180" h="2876550">
                  <a:moveTo>
                    <a:pt x="1108841" y="2876550"/>
                  </a:moveTo>
                  <a:lnTo>
                    <a:pt x="965966" y="2876550"/>
                  </a:lnTo>
                  <a:lnTo>
                    <a:pt x="965966" y="2832914"/>
                  </a:lnTo>
                  <a:lnTo>
                    <a:pt x="1108841" y="2832914"/>
                  </a:lnTo>
                  <a:lnTo>
                    <a:pt x="1108841" y="2876550"/>
                  </a:lnTo>
                  <a:close/>
                </a:path>
                <a:path w="4996180" h="2876550">
                  <a:moveTo>
                    <a:pt x="918341" y="2876550"/>
                  </a:moveTo>
                  <a:lnTo>
                    <a:pt x="775466" y="2876550"/>
                  </a:lnTo>
                  <a:lnTo>
                    <a:pt x="775466" y="2832914"/>
                  </a:lnTo>
                  <a:lnTo>
                    <a:pt x="918341" y="2832914"/>
                  </a:lnTo>
                  <a:lnTo>
                    <a:pt x="918341" y="2876550"/>
                  </a:lnTo>
                  <a:close/>
                </a:path>
                <a:path w="4996180" h="2876550">
                  <a:moveTo>
                    <a:pt x="727841" y="2876550"/>
                  </a:moveTo>
                  <a:lnTo>
                    <a:pt x="584966" y="2876550"/>
                  </a:lnTo>
                  <a:lnTo>
                    <a:pt x="584966" y="2832914"/>
                  </a:lnTo>
                  <a:lnTo>
                    <a:pt x="727841" y="2832914"/>
                  </a:lnTo>
                  <a:lnTo>
                    <a:pt x="727841" y="2876550"/>
                  </a:lnTo>
                  <a:close/>
                </a:path>
                <a:path w="4996180" h="2876550">
                  <a:moveTo>
                    <a:pt x="537341" y="2876550"/>
                  </a:moveTo>
                  <a:lnTo>
                    <a:pt x="426950" y="2876550"/>
                  </a:lnTo>
                  <a:lnTo>
                    <a:pt x="394866" y="2871762"/>
                  </a:lnTo>
                  <a:lnTo>
                    <a:pt x="403745" y="2825171"/>
                  </a:lnTo>
                  <a:lnTo>
                    <a:pt x="424107" y="2828558"/>
                  </a:lnTo>
                  <a:lnTo>
                    <a:pt x="444564" y="2830978"/>
                  </a:lnTo>
                  <a:lnTo>
                    <a:pt x="465115" y="2832430"/>
                  </a:lnTo>
                  <a:lnTo>
                    <a:pt x="485762" y="2832914"/>
                  </a:lnTo>
                  <a:lnTo>
                    <a:pt x="537341" y="2832914"/>
                  </a:lnTo>
                  <a:lnTo>
                    <a:pt x="537341" y="2876550"/>
                  </a:lnTo>
                  <a:close/>
                </a:path>
                <a:path w="4996180" h="2876550">
                  <a:moveTo>
                    <a:pt x="348511" y="2860553"/>
                  </a:moveTo>
                  <a:lnTo>
                    <a:pt x="344485" y="2859541"/>
                  </a:lnTo>
                  <a:lnTo>
                    <a:pt x="299869" y="2843562"/>
                  </a:lnTo>
                  <a:lnTo>
                    <a:pt x="257021" y="2823312"/>
                  </a:lnTo>
                  <a:lnTo>
                    <a:pt x="219224" y="2800697"/>
                  </a:lnTo>
                  <a:lnTo>
                    <a:pt x="245277" y="2761019"/>
                  </a:lnTo>
                  <a:lnTo>
                    <a:pt x="272934" y="2777768"/>
                  </a:lnTo>
                  <a:lnTo>
                    <a:pt x="301593" y="2792356"/>
                  </a:lnTo>
                  <a:lnTo>
                    <a:pt x="331256" y="2804783"/>
                  </a:lnTo>
                  <a:lnTo>
                    <a:pt x="361922" y="2815048"/>
                  </a:lnTo>
                  <a:lnTo>
                    <a:pt x="348511" y="2860553"/>
                  </a:lnTo>
                  <a:close/>
                </a:path>
                <a:path w="4996180" h="2876550">
                  <a:moveTo>
                    <a:pt x="180843" y="2772704"/>
                  </a:moveTo>
                  <a:lnTo>
                    <a:pt x="177906" y="2770530"/>
                  </a:lnTo>
                  <a:lnTo>
                    <a:pt x="142276" y="2738262"/>
                  </a:lnTo>
                  <a:lnTo>
                    <a:pt x="110008" y="2702632"/>
                  </a:lnTo>
                  <a:lnTo>
                    <a:pt x="84153" y="2667707"/>
                  </a:lnTo>
                  <a:lnTo>
                    <a:pt x="123384" y="2641046"/>
                  </a:lnTo>
                  <a:lnTo>
                    <a:pt x="135397" y="2657859"/>
                  </a:lnTo>
                  <a:lnTo>
                    <a:pt x="148162" y="2674053"/>
                  </a:lnTo>
                  <a:lnTo>
                    <a:pt x="175952" y="2704586"/>
                  </a:lnTo>
                  <a:lnTo>
                    <a:pt x="210644" y="2735769"/>
                  </a:lnTo>
                  <a:lnTo>
                    <a:pt x="180843" y="2772704"/>
                  </a:lnTo>
                  <a:close/>
                </a:path>
                <a:path w="4996180" h="2876550">
                  <a:moveTo>
                    <a:pt x="59308" y="2626997"/>
                  </a:moveTo>
                  <a:lnTo>
                    <a:pt x="57226" y="2623517"/>
                  </a:lnTo>
                  <a:lnTo>
                    <a:pt x="36976" y="2580669"/>
                  </a:lnTo>
                  <a:lnTo>
                    <a:pt x="20997" y="2536053"/>
                  </a:lnTo>
                  <a:lnTo>
                    <a:pt x="10238" y="2493241"/>
                  </a:lnTo>
                  <a:lnTo>
                    <a:pt x="56724" y="2483614"/>
                  </a:lnTo>
                  <a:lnTo>
                    <a:pt x="64430" y="2515016"/>
                  </a:lnTo>
                  <a:lnTo>
                    <a:pt x="74374" y="2545599"/>
                  </a:lnTo>
                  <a:lnTo>
                    <a:pt x="86556" y="2575364"/>
                  </a:lnTo>
                  <a:lnTo>
                    <a:pt x="100975" y="2604309"/>
                  </a:lnTo>
                  <a:lnTo>
                    <a:pt x="59308" y="2626997"/>
                  </a:lnTo>
                  <a:close/>
                </a:path>
                <a:path w="4996180" h="2876550">
                  <a:moveTo>
                    <a:pt x="2901" y="2446306"/>
                  </a:moveTo>
                  <a:lnTo>
                    <a:pt x="2376" y="2442788"/>
                  </a:lnTo>
                  <a:lnTo>
                    <a:pt x="0" y="2394776"/>
                  </a:lnTo>
                  <a:lnTo>
                    <a:pt x="0" y="2303290"/>
                  </a:lnTo>
                  <a:lnTo>
                    <a:pt x="47624" y="2303290"/>
                  </a:lnTo>
                  <a:lnTo>
                    <a:pt x="47624" y="2394776"/>
                  </a:lnTo>
                  <a:lnTo>
                    <a:pt x="47779" y="2406427"/>
                  </a:lnTo>
                  <a:lnTo>
                    <a:pt x="48242" y="2418060"/>
                  </a:lnTo>
                  <a:lnTo>
                    <a:pt x="49015" y="2429675"/>
                  </a:lnTo>
                  <a:lnTo>
                    <a:pt x="50097" y="2441271"/>
                  </a:lnTo>
                  <a:lnTo>
                    <a:pt x="2901" y="2446306"/>
                  </a:lnTo>
                  <a:close/>
                </a:path>
                <a:path w="4996180" h="2876550">
                  <a:moveTo>
                    <a:pt x="47624" y="2255665"/>
                  </a:moveTo>
                  <a:lnTo>
                    <a:pt x="0" y="2255665"/>
                  </a:lnTo>
                  <a:lnTo>
                    <a:pt x="0" y="2112790"/>
                  </a:lnTo>
                  <a:lnTo>
                    <a:pt x="47624" y="2112790"/>
                  </a:lnTo>
                  <a:lnTo>
                    <a:pt x="47624" y="2255665"/>
                  </a:lnTo>
                  <a:close/>
                </a:path>
                <a:path w="4996180" h="2876550">
                  <a:moveTo>
                    <a:pt x="47624" y="2065165"/>
                  </a:moveTo>
                  <a:lnTo>
                    <a:pt x="0" y="2065165"/>
                  </a:lnTo>
                  <a:lnTo>
                    <a:pt x="0" y="1922290"/>
                  </a:lnTo>
                  <a:lnTo>
                    <a:pt x="47624" y="1922290"/>
                  </a:lnTo>
                  <a:lnTo>
                    <a:pt x="47624" y="2065165"/>
                  </a:lnTo>
                  <a:close/>
                </a:path>
                <a:path w="4996180" h="2876550">
                  <a:moveTo>
                    <a:pt x="47624" y="1874665"/>
                  </a:moveTo>
                  <a:lnTo>
                    <a:pt x="0" y="1874665"/>
                  </a:lnTo>
                  <a:lnTo>
                    <a:pt x="0" y="1731790"/>
                  </a:lnTo>
                  <a:lnTo>
                    <a:pt x="47624" y="1731790"/>
                  </a:lnTo>
                  <a:lnTo>
                    <a:pt x="47624" y="1874665"/>
                  </a:lnTo>
                  <a:close/>
                </a:path>
                <a:path w="4996180" h="2876550">
                  <a:moveTo>
                    <a:pt x="47624" y="1684165"/>
                  </a:moveTo>
                  <a:lnTo>
                    <a:pt x="0" y="1684165"/>
                  </a:lnTo>
                  <a:lnTo>
                    <a:pt x="0" y="1541290"/>
                  </a:lnTo>
                  <a:lnTo>
                    <a:pt x="47624" y="1541290"/>
                  </a:lnTo>
                  <a:lnTo>
                    <a:pt x="47624" y="1684165"/>
                  </a:lnTo>
                  <a:close/>
                </a:path>
                <a:path w="4996180" h="2876550">
                  <a:moveTo>
                    <a:pt x="47624" y="1493665"/>
                  </a:moveTo>
                  <a:lnTo>
                    <a:pt x="0" y="1493665"/>
                  </a:lnTo>
                  <a:lnTo>
                    <a:pt x="0" y="1350790"/>
                  </a:lnTo>
                  <a:lnTo>
                    <a:pt x="47624" y="1350790"/>
                  </a:lnTo>
                  <a:lnTo>
                    <a:pt x="47624" y="1493665"/>
                  </a:lnTo>
                  <a:close/>
                </a:path>
                <a:path w="4996180" h="2876550">
                  <a:moveTo>
                    <a:pt x="47624" y="1303165"/>
                  </a:moveTo>
                  <a:lnTo>
                    <a:pt x="0" y="1303165"/>
                  </a:lnTo>
                  <a:lnTo>
                    <a:pt x="0" y="1160290"/>
                  </a:lnTo>
                  <a:lnTo>
                    <a:pt x="47624" y="1160290"/>
                  </a:lnTo>
                  <a:lnTo>
                    <a:pt x="47624" y="1303165"/>
                  </a:lnTo>
                  <a:close/>
                </a:path>
                <a:path w="4996180" h="2876550">
                  <a:moveTo>
                    <a:pt x="47624" y="1112665"/>
                  </a:moveTo>
                  <a:lnTo>
                    <a:pt x="0" y="1112665"/>
                  </a:lnTo>
                  <a:lnTo>
                    <a:pt x="0" y="969789"/>
                  </a:lnTo>
                  <a:lnTo>
                    <a:pt x="47624" y="969789"/>
                  </a:lnTo>
                  <a:lnTo>
                    <a:pt x="47624" y="1112665"/>
                  </a:lnTo>
                  <a:close/>
                </a:path>
                <a:path w="4996180" h="2876550">
                  <a:moveTo>
                    <a:pt x="47624" y="922164"/>
                  </a:moveTo>
                  <a:lnTo>
                    <a:pt x="0" y="922164"/>
                  </a:lnTo>
                  <a:lnTo>
                    <a:pt x="0" y="779289"/>
                  </a:lnTo>
                  <a:lnTo>
                    <a:pt x="47624" y="779289"/>
                  </a:lnTo>
                  <a:lnTo>
                    <a:pt x="47624" y="922164"/>
                  </a:lnTo>
                  <a:close/>
                </a:path>
                <a:path w="4996180" h="2876550">
                  <a:moveTo>
                    <a:pt x="47624" y="731665"/>
                  </a:moveTo>
                  <a:lnTo>
                    <a:pt x="0" y="731665"/>
                  </a:lnTo>
                  <a:lnTo>
                    <a:pt x="0" y="588789"/>
                  </a:lnTo>
                  <a:lnTo>
                    <a:pt x="47624" y="588789"/>
                  </a:lnTo>
                  <a:lnTo>
                    <a:pt x="47624" y="731665"/>
                  </a:lnTo>
                  <a:close/>
                </a:path>
                <a:path w="4996180" h="2876550">
                  <a:moveTo>
                    <a:pt x="47624" y="541164"/>
                  </a:moveTo>
                  <a:lnTo>
                    <a:pt x="0" y="541164"/>
                  </a:lnTo>
                  <a:lnTo>
                    <a:pt x="0" y="485791"/>
                  </a:lnTo>
                  <a:lnTo>
                    <a:pt x="2376" y="437779"/>
                  </a:lnTo>
                  <a:lnTo>
                    <a:pt x="8218" y="398633"/>
                  </a:lnTo>
                  <a:lnTo>
                    <a:pt x="54742" y="407124"/>
                  </a:lnTo>
                  <a:lnTo>
                    <a:pt x="51628" y="426666"/>
                  </a:lnTo>
                  <a:lnTo>
                    <a:pt x="49404" y="446290"/>
                  </a:lnTo>
                  <a:lnTo>
                    <a:pt x="48069" y="465999"/>
                  </a:lnTo>
                  <a:lnTo>
                    <a:pt x="47624" y="485791"/>
                  </a:lnTo>
                  <a:lnTo>
                    <a:pt x="47624" y="541164"/>
                  </a:lnTo>
                  <a:close/>
                </a:path>
                <a:path w="4996180" h="2876550">
                  <a:moveTo>
                    <a:pt x="64534" y="365242"/>
                  </a:moveTo>
                  <a:lnTo>
                    <a:pt x="19059" y="352226"/>
                  </a:lnTo>
                  <a:lnTo>
                    <a:pt x="20997" y="344514"/>
                  </a:lnTo>
                  <a:lnTo>
                    <a:pt x="36976" y="299898"/>
                  </a:lnTo>
                  <a:lnTo>
                    <a:pt x="57226" y="257050"/>
                  </a:lnTo>
                  <a:lnTo>
                    <a:pt x="77884" y="222523"/>
                  </a:lnTo>
                  <a:lnTo>
                    <a:pt x="117645" y="248186"/>
                  </a:lnTo>
                  <a:lnTo>
                    <a:pt x="101114" y="275972"/>
                  </a:lnTo>
                  <a:lnTo>
                    <a:pt x="86752" y="304743"/>
                  </a:lnTo>
                  <a:lnTo>
                    <a:pt x="74558" y="334500"/>
                  </a:lnTo>
                  <a:lnTo>
                    <a:pt x="64534" y="365242"/>
                  </a:lnTo>
                  <a:close/>
                </a:path>
                <a:path w="4996180" h="2876550">
                  <a:moveTo>
                    <a:pt x="142630" y="213346"/>
                  </a:moveTo>
                  <a:lnTo>
                    <a:pt x="105575" y="183923"/>
                  </a:lnTo>
                  <a:lnTo>
                    <a:pt x="110008" y="177935"/>
                  </a:lnTo>
                  <a:lnTo>
                    <a:pt x="142276" y="142305"/>
                  </a:lnTo>
                  <a:lnTo>
                    <a:pt x="177906" y="110037"/>
                  </a:lnTo>
                  <a:lnTo>
                    <a:pt x="209794" y="86430"/>
                  </a:lnTo>
                  <a:lnTo>
                    <a:pt x="236681" y="125340"/>
                  </a:lnTo>
                  <a:lnTo>
                    <a:pt x="220642" y="136965"/>
                  </a:lnTo>
                  <a:lnTo>
                    <a:pt x="205174" y="149281"/>
                  </a:lnTo>
                  <a:lnTo>
                    <a:pt x="175952" y="175981"/>
                  </a:lnTo>
                  <a:lnTo>
                    <a:pt x="150557" y="203650"/>
                  </a:lnTo>
                  <a:lnTo>
                    <a:pt x="142630" y="213346"/>
                  </a:lnTo>
                  <a:close/>
                </a:path>
                <a:path w="4996180" h="2876550">
                  <a:moveTo>
                    <a:pt x="273225" y="102655"/>
                  </a:moveTo>
                  <a:lnTo>
                    <a:pt x="250279" y="61288"/>
                  </a:lnTo>
                  <a:lnTo>
                    <a:pt x="257021" y="57254"/>
                  </a:lnTo>
                  <a:lnTo>
                    <a:pt x="299869" y="37005"/>
                  </a:lnTo>
                  <a:lnTo>
                    <a:pt x="344485" y="21026"/>
                  </a:lnTo>
                  <a:lnTo>
                    <a:pt x="383600" y="11196"/>
                  </a:lnTo>
                  <a:lnTo>
                    <a:pt x="393515" y="57254"/>
                  </a:lnTo>
                  <a:lnTo>
                    <a:pt x="393560" y="57463"/>
                  </a:lnTo>
                  <a:lnTo>
                    <a:pt x="362222" y="65415"/>
                  </a:lnTo>
                  <a:lnTo>
                    <a:pt x="331720" y="75598"/>
                  </a:lnTo>
                  <a:lnTo>
                    <a:pt x="302054" y="88011"/>
                  </a:lnTo>
                  <a:lnTo>
                    <a:pt x="273225" y="102655"/>
                  </a:lnTo>
                  <a:close/>
                </a:path>
                <a:path w="4996180" h="2876550">
                  <a:moveTo>
                    <a:pt x="435864" y="50503"/>
                  </a:moveTo>
                  <a:lnTo>
                    <a:pt x="430477" y="3491"/>
                  </a:lnTo>
                  <a:lnTo>
                    <a:pt x="437750" y="2405"/>
                  </a:lnTo>
                  <a:lnTo>
                    <a:pt x="485762" y="0"/>
                  </a:lnTo>
                  <a:lnTo>
                    <a:pt x="628637" y="0"/>
                  </a:lnTo>
                  <a:lnTo>
                    <a:pt x="628637" y="47654"/>
                  </a:lnTo>
                  <a:lnTo>
                    <a:pt x="485762" y="47654"/>
                  </a:lnTo>
                  <a:lnTo>
                    <a:pt x="473254" y="47832"/>
                  </a:lnTo>
                  <a:lnTo>
                    <a:pt x="460768" y="48366"/>
                  </a:lnTo>
                  <a:lnTo>
                    <a:pt x="448305" y="49256"/>
                  </a:lnTo>
                  <a:lnTo>
                    <a:pt x="435864" y="50503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9821594" y="2945960"/>
            <a:ext cx="8360409" cy="7271384"/>
            <a:chOff x="9821594" y="2945960"/>
            <a:chExt cx="8360409" cy="7271384"/>
          </a:xfrm>
        </p:grpSpPr>
        <p:sp>
          <p:nvSpPr>
            <p:cNvPr id="25" name="object 25"/>
            <p:cNvSpPr/>
            <p:nvPr/>
          </p:nvSpPr>
          <p:spPr>
            <a:xfrm>
              <a:off x="12667177" y="6295650"/>
              <a:ext cx="5514975" cy="3921760"/>
            </a:xfrm>
            <a:custGeom>
              <a:avLst/>
              <a:gdLst/>
              <a:ahLst/>
              <a:cxnLst/>
              <a:rect l="l" t="t" r="r" b="b"/>
              <a:pathLst>
                <a:path w="5514975" h="3921759">
                  <a:moveTo>
                    <a:pt x="5028705" y="3921341"/>
                  </a:moveTo>
                  <a:lnTo>
                    <a:pt x="485774" y="3921341"/>
                  </a:lnTo>
                  <a:lnTo>
                    <a:pt x="437761" y="3918964"/>
                  </a:lnTo>
                  <a:lnTo>
                    <a:pt x="390562" y="3911921"/>
                  </a:lnTo>
                  <a:lnTo>
                    <a:pt x="344494" y="3900344"/>
                  </a:lnTo>
                  <a:lnTo>
                    <a:pt x="299876" y="3884364"/>
                  </a:lnTo>
                  <a:lnTo>
                    <a:pt x="257027" y="3864114"/>
                  </a:lnTo>
                  <a:lnTo>
                    <a:pt x="216266" y="3839726"/>
                  </a:lnTo>
                  <a:lnTo>
                    <a:pt x="177910" y="3811331"/>
                  </a:lnTo>
                  <a:lnTo>
                    <a:pt x="142279" y="3779062"/>
                  </a:lnTo>
                  <a:lnTo>
                    <a:pt x="110010" y="3743431"/>
                  </a:lnTo>
                  <a:lnTo>
                    <a:pt x="81615" y="3705075"/>
                  </a:lnTo>
                  <a:lnTo>
                    <a:pt x="57227" y="3664314"/>
                  </a:lnTo>
                  <a:lnTo>
                    <a:pt x="36977" y="3621465"/>
                  </a:lnTo>
                  <a:lnTo>
                    <a:pt x="20997" y="3576847"/>
                  </a:lnTo>
                  <a:lnTo>
                    <a:pt x="9420" y="3530779"/>
                  </a:lnTo>
                  <a:lnTo>
                    <a:pt x="2377" y="3483579"/>
                  </a:lnTo>
                  <a:lnTo>
                    <a:pt x="0" y="3435566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6" y="81616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5028705" y="0"/>
                  </a:lnTo>
                  <a:lnTo>
                    <a:pt x="5076718" y="2377"/>
                  </a:lnTo>
                  <a:lnTo>
                    <a:pt x="5123918" y="9420"/>
                  </a:lnTo>
                  <a:lnTo>
                    <a:pt x="5169986" y="20997"/>
                  </a:lnTo>
                  <a:lnTo>
                    <a:pt x="5214604" y="36977"/>
                  </a:lnTo>
                  <a:lnTo>
                    <a:pt x="5257453" y="57227"/>
                  </a:lnTo>
                  <a:lnTo>
                    <a:pt x="5298214" y="81616"/>
                  </a:lnTo>
                  <a:lnTo>
                    <a:pt x="5336570" y="110010"/>
                  </a:lnTo>
                  <a:lnTo>
                    <a:pt x="5372201" y="142280"/>
                  </a:lnTo>
                  <a:lnTo>
                    <a:pt x="5404470" y="177911"/>
                  </a:lnTo>
                  <a:lnTo>
                    <a:pt x="5432865" y="216266"/>
                  </a:lnTo>
                  <a:lnTo>
                    <a:pt x="5457253" y="257028"/>
                  </a:lnTo>
                  <a:lnTo>
                    <a:pt x="5477503" y="299876"/>
                  </a:lnTo>
                  <a:lnTo>
                    <a:pt x="5493483" y="344494"/>
                  </a:lnTo>
                  <a:lnTo>
                    <a:pt x="5505060" y="390562"/>
                  </a:lnTo>
                  <a:lnTo>
                    <a:pt x="5512103" y="437762"/>
                  </a:lnTo>
                  <a:lnTo>
                    <a:pt x="5514480" y="485774"/>
                  </a:lnTo>
                  <a:lnTo>
                    <a:pt x="5514480" y="3435566"/>
                  </a:lnTo>
                  <a:lnTo>
                    <a:pt x="5512103" y="3483579"/>
                  </a:lnTo>
                  <a:lnTo>
                    <a:pt x="5505060" y="3530779"/>
                  </a:lnTo>
                  <a:lnTo>
                    <a:pt x="5493483" y="3576847"/>
                  </a:lnTo>
                  <a:lnTo>
                    <a:pt x="5477503" y="3621465"/>
                  </a:lnTo>
                  <a:lnTo>
                    <a:pt x="5457253" y="3664314"/>
                  </a:lnTo>
                  <a:lnTo>
                    <a:pt x="5432865" y="3705075"/>
                  </a:lnTo>
                  <a:lnTo>
                    <a:pt x="5404470" y="3743431"/>
                  </a:lnTo>
                  <a:lnTo>
                    <a:pt x="5372201" y="3779062"/>
                  </a:lnTo>
                  <a:lnTo>
                    <a:pt x="5336570" y="3811331"/>
                  </a:lnTo>
                  <a:lnTo>
                    <a:pt x="5298214" y="3839726"/>
                  </a:lnTo>
                  <a:lnTo>
                    <a:pt x="5257453" y="3864114"/>
                  </a:lnTo>
                  <a:lnTo>
                    <a:pt x="5214604" y="3884364"/>
                  </a:lnTo>
                  <a:lnTo>
                    <a:pt x="5169986" y="3900344"/>
                  </a:lnTo>
                  <a:lnTo>
                    <a:pt x="5123918" y="3911921"/>
                  </a:lnTo>
                  <a:lnTo>
                    <a:pt x="5076718" y="3918964"/>
                  </a:lnTo>
                  <a:lnTo>
                    <a:pt x="5028705" y="3921341"/>
                  </a:lnTo>
                  <a:close/>
                </a:path>
              </a:pathLst>
            </a:custGeom>
            <a:solidFill>
              <a:srgbClr val="DBE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2667177" y="6295650"/>
              <a:ext cx="5514975" cy="3921760"/>
            </a:xfrm>
            <a:custGeom>
              <a:avLst/>
              <a:gdLst/>
              <a:ahLst/>
              <a:cxnLst/>
              <a:rect l="l" t="t" r="r" b="b"/>
              <a:pathLst>
                <a:path w="5514975" h="3921759">
                  <a:moveTo>
                    <a:pt x="819140" y="47651"/>
                  </a:moveTo>
                  <a:lnTo>
                    <a:pt x="676265" y="47651"/>
                  </a:lnTo>
                  <a:lnTo>
                    <a:pt x="676265" y="0"/>
                  </a:lnTo>
                  <a:lnTo>
                    <a:pt x="819140" y="0"/>
                  </a:lnTo>
                  <a:lnTo>
                    <a:pt x="819140" y="47651"/>
                  </a:lnTo>
                  <a:close/>
                </a:path>
                <a:path w="5514975" h="3921759">
                  <a:moveTo>
                    <a:pt x="1009640" y="47651"/>
                  </a:moveTo>
                  <a:lnTo>
                    <a:pt x="866765" y="47651"/>
                  </a:lnTo>
                  <a:lnTo>
                    <a:pt x="866765" y="0"/>
                  </a:lnTo>
                  <a:lnTo>
                    <a:pt x="1009640" y="0"/>
                  </a:lnTo>
                  <a:lnTo>
                    <a:pt x="1009640" y="47651"/>
                  </a:lnTo>
                  <a:close/>
                </a:path>
                <a:path w="5514975" h="3921759">
                  <a:moveTo>
                    <a:pt x="1200140" y="47651"/>
                  </a:moveTo>
                  <a:lnTo>
                    <a:pt x="1057265" y="47651"/>
                  </a:lnTo>
                  <a:lnTo>
                    <a:pt x="1057265" y="0"/>
                  </a:lnTo>
                  <a:lnTo>
                    <a:pt x="1200140" y="0"/>
                  </a:lnTo>
                  <a:lnTo>
                    <a:pt x="1200140" y="47651"/>
                  </a:lnTo>
                  <a:close/>
                </a:path>
                <a:path w="5514975" h="3921759">
                  <a:moveTo>
                    <a:pt x="1390640" y="47651"/>
                  </a:moveTo>
                  <a:lnTo>
                    <a:pt x="1247765" y="47651"/>
                  </a:lnTo>
                  <a:lnTo>
                    <a:pt x="1247765" y="0"/>
                  </a:lnTo>
                  <a:lnTo>
                    <a:pt x="1390640" y="0"/>
                  </a:lnTo>
                  <a:lnTo>
                    <a:pt x="1390640" y="47651"/>
                  </a:lnTo>
                  <a:close/>
                </a:path>
                <a:path w="5514975" h="3921759">
                  <a:moveTo>
                    <a:pt x="1581140" y="47651"/>
                  </a:moveTo>
                  <a:lnTo>
                    <a:pt x="1438265" y="47651"/>
                  </a:lnTo>
                  <a:lnTo>
                    <a:pt x="1438265" y="0"/>
                  </a:lnTo>
                  <a:lnTo>
                    <a:pt x="1581140" y="0"/>
                  </a:lnTo>
                  <a:lnTo>
                    <a:pt x="1581140" y="47651"/>
                  </a:lnTo>
                  <a:close/>
                </a:path>
                <a:path w="5514975" h="3921759">
                  <a:moveTo>
                    <a:pt x="1771640" y="47651"/>
                  </a:moveTo>
                  <a:lnTo>
                    <a:pt x="1628765" y="47651"/>
                  </a:lnTo>
                  <a:lnTo>
                    <a:pt x="1628765" y="0"/>
                  </a:lnTo>
                  <a:lnTo>
                    <a:pt x="1771640" y="0"/>
                  </a:lnTo>
                  <a:lnTo>
                    <a:pt x="1771640" y="47651"/>
                  </a:lnTo>
                  <a:close/>
                </a:path>
                <a:path w="5514975" h="3921759">
                  <a:moveTo>
                    <a:pt x="1962140" y="47651"/>
                  </a:moveTo>
                  <a:lnTo>
                    <a:pt x="1819265" y="47651"/>
                  </a:lnTo>
                  <a:lnTo>
                    <a:pt x="1819265" y="0"/>
                  </a:lnTo>
                  <a:lnTo>
                    <a:pt x="1962140" y="0"/>
                  </a:lnTo>
                  <a:lnTo>
                    <a:pt x="1962140" y="47651"/>
                  </a:lnTo>
                  <a:close/>
                </a:path>
                <a:path w="5514975" h="3921759">
                  <a:moveTo>
                    <a:pt x="2152640" y="47651"/>
                  </a:moveTo>
                  <a:lnTo>
                    <a:pt x="2009765" y="47651"/>
                  </a:lnTo>
                  <a:lnTo>
                    <a:pt x="2009765" y="0"/>
                  </a:lnTo>
                  <a:lnTo>
                    <a:pt x="2152640" y="0"/>
                  </a:lnTo>
                  <a:lnTo>
                    <a:pt x="2152640" y="47651"/>
                  </a:lnTo>
                  <a:close/>
                </a:path>
                <a:path w="5514975" h="3921759">
                  <a:moveTo>
                    <a:pt x="2343140" y="47651"/>
                  </a:moveTo>
                  <a:lnTo>
                    <a:pt x="2200265" y="47651"/>
                  </a:lnTo>
                  <a:lnTo>
                    <a:pt x="2200265" y="0"/>
                  </a:lnTo>
                  <a:lnTo>
                    <a:pt x="2343140" y="0"/>
                  </a:lnTo>
                  <a:lnTo>
                    <a:pt x="2343140" y="47651"/>
                  </a:lnTo>
                  <a:close/>
                </a:path>
                <a:path w="5514975" h="3921759">
                  <a:moveTo>
                    <a:pt x="2533640" y="47651"/>
                  </a:moveTo>
                  <a:lnTo>
                    <a:pt x="2390765" y="47651"/>
                  </a:lnTo>
                  <a:lnTo>
                    <a:pt x="2390765" y="0"/>
                  </a:lnTo>
                  <a:lnTo>
                    <a:pt x="2533640" y="0"/>
                  </a:lnTo>
                  <a:lnTo>
                    <a:pt x="2533640" y="47651"/>
                  </a:lnTo>
                  <a:close/>
                </a:path>
                <a:path w="5514975" h="3921759">
                  <a:moveTo>
                    <a:pt x="2724140" y="47651"/>
                  </a:moveTo>
                  <a:lnTo>
                    <a:pt x="2581265" y="47651"/>
                  </a:lnTo>
                  <a:lnTo>
                    <a:pt x="2581265" y="0"/>
                  </a:lnTo>
                  <a:lnTo>
                    <a:pt x="2724140" y="0"/>
                  </a:lnTo>
                  <a:lnTo>
                    <a:pt x="2724140" y="47651"/>
                  </a:lnTo>
                  <a:close/>
                </a:path>
                <a:path w="5514975" h="3921759">
                  <a:moveTo>
                    <a:pt x="2914640" y="47651"/>
                  </a:moveTo>
                  <a:lnTo>
                    <a:pt x="2771766" y="47651"/>
                  </a:lnTo>
                  <a:lnTo>
                    <a:pt x="2771766" y="0"/>
                  </a:lnTo>
                  <a:lnTo>
                    <a:pt x="2914640" y="0"/>
                  </a:lnTo>
                  <a:lnTo>
                    <a:pt x="2914640" y="47651"/>
                  </a:lnTo>
                  <a:close/>
                </a:path>
                <a:path w="5514975" h="3921759">
                  <a:moveTo>
                    <a:pt x="3105140" y="47651"/>
                  </a:moveTo>
                  <a:lnTo>
                    <a:pt x="2962265" y="47651"/>
                  </a:lnTo>
                  <a:lnTo>
                    <a:pt x="2962265" y="0"/>
                  </a:lnTo>
                  <a:lnTo>
                    <a:pt x="3105140" y="0"/>
                  </a:lnTo>
                  <a:lnTo>
                    <a:pt x="3105140" y="47651"/>
                  </a:lnTo>
                  <a:close/>
                </a:path>
                <a:path w="5514975" h="3921759">
                  <a:moveTo>
                    <a:pt x="3295640" y="47651"/>
                  </a:moveTo>
                  <a:lnTo>
                    <a:pt x="3152765" y="47651"/>
                  </a:lnTo>
                  <a:lnTo>
                    <a:pt x="3152765" y="0"/>
                  </a:lnTo>
                  <a:lnTo>
                    <a:pt x="3295640" y="0"/>
                  </a:lnTo>
                  <a:lnTo>
                    <a:pt x="3295640" y="47651"/>
                  </a:lnTo>
                  <a:close/>
                </a:path>
                <a:path w="5514975" h="3921759">
                  <a:moveTo>
                    <a:pt x="3486140" y="47651"/>
                  </a:moveTo>
                  <a:lnTo>
                    <a:pt x="3343265" y="47651"/>
                  </a:lnTo>
                  <a:lnTo>
                    <a:pt x="3343265" y="0"/>
                  </a:lnTo>
                  <a:lnTo>
                    <a:pt x="3486140" y="0"/>
                  </a:lnTo>
                  <a:lnTo>
                    <a:pt x="3486140" y="47651"/>
                  </a:lnTo>
                  <a:close/>
                </a:path>
                <a:path w="5514975" h="3921759">
                  <a:moveTo>
                    <a:pt x="3676640" y="47651"/>
                  </a:moveTo>
                  <a:lnTo>
                    <a:pt x="3533765" y="47651"/>
                  </a:lnTo>
                  <a:lnTo>
                    <a:pt x="3533765" y="0"/>
                  </a:lnTo>
                  <a:lnTo>
                    <a:pt x="3676640" y="0"/>
                  </a:lnTo>
                  <a:lnTo>
                    <a:pt x="3676640" y="47651"/>
                  </a:lnTo>
                  <a:close/>
                </a:path>
                <a:path w="5514975" h="3921759">
                  <a:moveTo>
                    <a:pt x="3867140" y="47651"/>
                  </a:moveTo>
                  <a:lnTo>
                    <a:pt x="3724265" y="47651"/>
                  </a:lnTo>
                  <a:lnTo>
                    <a:pt x="3724265" y="0"/>
                  </a:lnTo>
                  <a:lnTo>
                    <a:pt x="3867140" y="0"/>
                  </a:lnTo>
                  <a:lnTo>
                    <a:pt x="3867140" y="47651"/>
                  </a:lnTo>
                  <a:close/>
                </a:path>
                <a:path w="5514975" h="3921759">
                  <a:moveTo>
                    <a:pt x="4057640" y="47651"/>
                  </a:moveTo>
                  <a:lnTo>
                    <a:pt x="3914765" y="47651"/>
                  </a:lnTo>
                  <a:lnTo>
                    <a:pt x="3914765" y="0"/>
                  </a:lnTo>
                  <a:lnTo>
                    <a:pt x="4057640" y="0"/>
                  </a:lnTo>
                  <a:lnTo>
                    <a:pt x="4057640" y="47651"/>
                  </a:lnTo>
                  <a:close/>
                </a:path>
                <a:path w="5514975" h="3921759">
                  <a:moveTo>
                    <a:pt x="4248140" y="47651"/>
                  </a:moveTo>
                  <a:lnTo>
                    <a:pt x="4105265" y="47651"/>
                  </a:lnTo>
                  <a:lnTo>
                    <a:pt x="4105265" y="0"/>
                  </a:lnTo>
                  <a:lnTo>
                    <a:pt x="4248140" y="0"/>
                  </a:lnTo>
                  <a:lnTo>
                    <a:pt x="4248140" y="47651"/>
                  </a:lnTo>
                  <a:close/>
                </a:path>
                <a:path w="5514975" h="3921759">
                  <a:moveTo>
                    <a:pt x="4438640" y="47651"/>
                  </a:moveTo>
                  <a:lnTo>
                    <a:pt x="4295765" y="47651"/>
                  </a:lnTo>
                  <a:lnTo>
                    <a:pt x="4295765" y="0"/>
                  </a:lnTo>
                  <a:lnTo>
                    <a:pt x="4438640" y="0"/>
                  </a:lnTo>
                  <a:lnTo>
                    <a:pt x="4438640" y="47651"/>
                  </a:lnTo>
                  <a:close/>
                </a:path>
                <a:path w="5514975" h="3921759">
                  <a:moveTo>
                    <a:pt x="4629140" y="47651"/>
                  </a:moveTo>
                  <a:lnTo>
                    <a:pt x="4486265" y="47651"/>
                  </a:lnTo>
                  <a:lnTo>
                    <a:pt x="4486265" y="0"/>
                  </a:lnTo>
                  <a:lnTo>
                    <a:pt x="4629140" y="0"/>
                  </a:lnTo>
                  <a:lnTo>
                    <a:pt x="4629140" y="47651"/>
                  </a:lnTo>
                  <a:close/>
                </a:path>
                <a:path w="5514975" h="3921759">
                  <a:moveTo>
                    <a:pt x="4819640" y="47651"/>
                  </a:moveTo>
                  <a:lnTo>
                    <a:pt x="4676765" y="47651"/>
                  </a:lnTo>
                  <a:lnTo>
                    <a:pt x="4676765" y="0"/>
                  </a:lnTo>
                  <a:lnTo>
                    <a:pt x="4819640" y="0"/>
                  </a:lnTo>
                  <a:lnTo>
                    <a:pt x="4819640" y="47651"/>
                  </a:lnTo>
                  <a:close/>
                </a:path>
                <a:path w="5514975" h="3921759">
                  <a:moveTo>
                    <a:pt x="5010141" y="47651"/>
                  </a:moveTo>
                  <a:lnTo>
                    <a:pt x="4867265" y="47651"/>
                  </a:lnTo>
                  <a:lnTo>
                    <a:pt x="4867265" y="0"/>
                  </a:lnTo>
                  <a:lnTo>
                    <a:pt x="5010141" y="0"/>
                  </a:lnTo>
                  <a:lnTo>
                    <a:pt x="5010141" y="47651"/>
                  </a:lnTo>
                  <a:close/>
                </a:path>
                <a:path w="5514975" h="3921759">
                  <a:moveTo>
                    <a:pt x="5180808" y="74934"/>
                  </a:moveTo>
                  <a:lnTo>
                    <a:pt x="5150108" y="64817"/>
                  </a:lnTo>
                  <a:lnTo>
                    <a:pt x="5118919" y="57031"/>
                  </a:lnTo>
                  <a:lnTo>
                    <a:pt x="5087242" y="51575"/>
                  </a:lnTo>
                  <a:lnTo>
                    <a:pt x="5055077" y="48450"/>
                  </a:lnTo>
                  <a:lnTo>
                    <a:pt x="5057862" y="2377"/>
                  </a:lnTo>
                  <a:lnTo>
                    <a:pt x="5057918" y="1446"/>
                  </a:lnTo>
                  <a:lnTo>
                    <a:pt x="5076719" y="2377"/>
                  </a:lnTo>
                  <a:lnTo>
                    <a:pt x="5123919" y="9420"/>
                  </a:lnTo>
                  <a:lnTo>
                    <a:pt x="5169987" y="20997"/>
                  </a:lnTo>
                  <a:lnTo>
                    <a:pt x="5197180" y="30737"/>
                  </a:lnTo>
                  <a:lnTo>
                    <a:pt x="5180808" y="74934"/>
                  </a:lnTo>
                  <a:close/>
                </a:path>
                <a:path w="5514975" h="3921759">
                  <a:moveTo>
                    <a:pt x="5326386" y="164390"/>
                  </a:moveTo>
                  <a:lnTo>
                    <a:pt x="5301885" y="143295"/>
                  </a:lnTo>
                  <a:lnTo>
                    <a:pt x="5276037" y="124167"/>
                  </a:lnTo>
                  <a:lnTo>
                    <a:pt x="5248843" y="107004"/>
                  </a:lnTo>
                  <a:lnTo>
                    <a:pt x="5220302" y="91809"/>
                  </a:lnTo>
                  <a:lnTo>
                    <a:pt x="5240927" y="49417"/>
                  </a:lnTo>
                  <a:lnTo>
                    <a:pt x="5257453" y="57227"/>
                  </a:lnTo>
                  <a:lnTo>
                    <a:pt x="5298214" y="81616"/>
                  </a:lnTo>
                  <a:lnTo>
                    <a:pt x="5336570" y="110010"/>
                  </a:lnTo>
                  <a:lnTo>
                    <a:pt x="5358429" y="129807"/>
                  </a:lnTo>
                  <a:lnTo>
                    <a:pt x="5326386" y="164390"/>
                  </a:lnTo>
                  <a:close/>
                </a:path>
                <a:path w="5514975" h="3921759">
                  <a:moveTo>
                    <a:pt x="5426786" y="302965"/>
                  </a:moveTo>
                  <a:lnTo>
                    <a:pt x="5412237" y="274100"/>
                  </a:lnTo>
                  <a:lnTo>
                    <a:pt x="5395695" y="246538"/>
                  </a:lnTo>
                  <a:lnTo>
                    <a:pt x="5377158" y="220277"/>
                  </a:lnTo>
                  <a:lnTo>
                    <a:pt x="5356628" y="195319"/>
                  </a:lnTo>
                  <a:lnTo>
                    <a:pt x="5391926" y="164059"/>
                  </a:lnTo>
                  <a:lnTo>
                    <a:pt x="5404470" y="177911"/>
                  </a:lnTo>
                  <a:lnTo>
                    <a:pt x="5432865" y="216266"/>
                  </a:lnTo>
                  <a:lnTo>
                    <a:pt x="5457254" y="257028"/>
                  </a:lnTo>
                  <a:lnTo>
                    <a:pt x="5469660" y="283280"/>
                  </a:lnTo>
                  <a:lnTo>
                    <a:pt x="5426786" y="302965"/>
                  </a:lnTo>
                  <a:close/>
                </a:path>
                <a:path w="5514975" h="3921759">
                  <a:moveTo>
                    <a:pt x="5466439" y="469167"/>
                  </a:moveTo>
                  <a:lnTo>
                    <a:pt x="5459292" y="405121"/>
                  </a:lnTo>
                  <a:lnTo>
                    <a:pt x="5442774" y="342828"/>
                  </a:lnTo>
                  <a:lnTo>
                    <a:pt x="5487372" y="327431"/>
                  </a:lnTo>
                  <a:lnTo>
                    <a:pt x="5505060" y="390562"/>
                  </a:lnTo>
                  <a:lnTo>
                    <a:pt x="5511979" y="436925"/>
                  </a:lnTo>
                  <a:lnTo>
                    <a:pt x="5513570" y="467379"/>
                  </a:lnTo>
                  <a:lnTo>
                    <a:pt x="5466439" y="469167"/>
                  </a:lnTo>
                  <a:close/>
                </a:path>
                <a:path w="5514975" h="3921759">
                  <a:moveTo>
                    <a:pt x="5514481" y="658004"/>
                  </a:moveTo>
                  <a:lnTo>
                    <a:pt x="5466754" y="658004"/>
                  </a:lnTo>
                  <a:lnTo>
                    <a:pt x="5466754" y="515129"/>
                  </a:lnTo>
                  <a:lnTo>
                    <a:pt x="5514481" y="515129"/>
                  </a:lnTo>
                  <a:lnTo>
                    <a:pt x="5514481" y="658004"/>
                  </a:lnTo>
                  <a:close/>
                </a:path>
                <a:path w="5514975" h="3921759">
                  <a:moveTo>
                    <a:pt x="5514481" y="848504"/>
                  </a:moveTo>
                  <a:lnTo>
                    <a:pt x="5466754" y="848504"/>
                  </a:lnTo>
                  <a:lnTo>
                    <a:pt x="5466754" y="705629"/>
                  </a:lnTo>
                  <a:lnTo>
                    <a:pt x="5514481" y="705629"/>
                  </a:lnTo>
                  <a:lnTo>
                    <a:pt x="5514481" y="848504"/>
                  </a:lnTo>
                  <a:close/>
                </a:path>
                <a:path w="5514975" h="3921759">
                  <a:moveTo>
                    <a:pt x="5514481" y="1039004"/>
                  </a:moveTo>
                  <a:lnTo>
                    <a:pt x="5466754" y="1039004"/>
                  </a:lnTo>
                  <a:lnTo>
                    <a:pt x="5466754" y="896129"/>
                  </a:lnTo>
                  <a:lnTo>
                    <a:pt x="5514481" y="896129"/>
                  </a:lnTo>
                  <a:lnTo>
                    <a:pt x="5514481" y="1039004"/>
                  </a:lnTo>
                  <a:close/>
                </a:path>
                <a:path w="5514975" h="3921759">
                  <a:moveTo>
                    <a:pt x="5514481" y="1229504"/>
                  </a:moveTo>
                  <a:lnTo>
                    <a:pt x="5466754" y="1229504"/>
                  </a:lnTo>
                  <a:lnTo>
                    <a:pt x="5466754" y="1086629"/>
                  </a:lnTo>
                  <a:lnTo>
                    <a:pt x="5514481" y="1086629"/>
                  </a:lnTo>
                  <a:lnTo>
                    <a:pt x="5514481" y="1229504"/>
                  </a:lnTo>
                  <a:close/>
                </a:path>
                <a:path w="5514975" h="3921759">
                  <a:moveTo>
                    <a:pt x="5514481" y="1420005"/>
                  </a:moveTo>
                  <a:lnTo>
                    <a:pt x="5466754" y="1420005"/>
                  </a:lnTo>
                  <a:lnTo>
                    <a:pt x="5466754" y="1277129"/>
                  </a:lnTo>
                  <a:lnTo>
                    <a:pt x="5514481" y="1277129"/>
                  </a:lnTo>
                  <a:lnTo>
                    <a:pt x="5514481" y="1420005"/>
                  </a:lnTo>
                  <a:close/>
                </a:path>
                <a:path w="5514975" h="3921759">
                  <a:moveTo>
                    <a:pt x="5514481" y="1610504"/>
                  </a:moveTo>
                  <a:lnTo>
                    <a:pt x="5466754" y="1610504"/>
                  </a:lnTo>
                  <a:lnTo>
                    <a:pt x="5466754" y="1467629"/>
                  </a:lnTo>
                  <a:lnTo>
                    <a:pt x="5514481" y="1467629"/>
                  </a:lnTo>
                  <a:lnTo>
                    <a:pt x="5514481" y="1610504"/>
                  </a:lnTo>
                  <a:close/>
                </a:path>
                <a:path w="5514975" h="3921759">
                  <a:moveTo>
                    <a:pt x="5514481" y="1801004"/>
                  </a:moveTo>
                  <a:lnTo>
                    <a:pt x="5466754" y="1801004"/>
                  </a:lnTo>
                  <a:lnTo>
                    <a:pt x="5466754" y="1658129"/>
                  </a:lnTo>
                  <a:lnTo>
                    <a:pt x="5514481" y="1658129"/>
                  </a:lnTo>
                  <a:lnTo>
                    <a:pt x="5514481" y="1801004"/>
                  </a:lnTo>
                  <a:close/>
                </a:path>
                <a:path w="5514975" h="3921759">
                  <a:moveTo>
                    <a:pt x="5514481" y="1991504"/>
                  </a:moveTo>
                  <a:lnTo>
                    <a:pt x="5466754" y="1991504"/>
                  </a:lnTo>
                  <a:lnTo>
                    <a:pt x="5466754" y="1848629"/>
                  </a:lnTo>
                  <a:lnTo>
                    <a:pt x="5514481" y="1848629"/>
                  </a:lnTo>
                  <a:lnTo>
                    <a:pt x="5514481" y="1991504"/>
                  </a:lnTo>
                  <a:close/>
                </a:path>
                <a:path w="5514975" h="3921759">
                  <a:moveTo>
                    <a:pt x="5514481" y="2182004"/>
                  </a:moveTo>
                  <a:lnTo>
                    <a:pt x="5466754" y="2182004"/>
                  </a:lnTo>
                  <a:lnTo>
                    <a:pt x="5466754" y="2039129"/>
                  </a:lnTo>
                  <a:lnTo>
                    <a:pt x="5514481" y="2039129"/>
                  </a:lnTo>
                  <a:lnTo>
                    <a:pt x="5514481" y="2182004"/>
                  </a:lnTo>
                  <a:close/>
                </a:path>
                <a:path w="5514975" h="3921759">
                  <a:moveTo>
                    <a:pt x="5514481" y="2372504"/>
                  </a:moveTo>
                  <a:lnTo>
                    <a:pt x="5466754" y="2372504"/>
                  </a:lnTo>
                  <a:lnTo>
                    <a:pt x="5466754" y="2229630"/>
                  </a:lnTo>
                  <a:lnTo>
                    <a:pt x="5514481" y="2229630"/>
                  </a:lnTo>
                  <a:lnTo>
                    <a:pt x="5514481" y="2372504"/>
                  </a:lnTo>
                  <a:close/>
                </a:path>
                <a:path w="5514975" h="3921759">
                  <a:moveTo>
                    <a:pt x="5514481" y="2563005"/>
                  </a:moveTo>
                  <a:lnTo>
                    <a:pt x="5466754" y="2563005"/>
                  </a:lnTo>
                  <a:lnTo>
                    <a:pt x="5466754" y="2420129"/>
                  </a:lnTo>
                  <a:lnTo>
                    <a:pt x="5514481" y="2420129"/>
                  </a:lnTo>
                  <a:lnTo>
                    <a:pt x="5514481" y="2563005"/>
                  </a:lnTo>
                  <a:close/>
                </a:path>
                <a:path w="5514975" h="3921759">
                  <a:moveTo>
                    <a:pt x="5514481" y="2753504"/>
                  </a:moveTo>
                  <a:lnTo>
                    <a:pt x="5466754" y="2753504"/>
                  </a:lnTo>
                  <a:lnTo>
                    <a:pt x="5466754" y="2610629"/>
                  </a:lnTo>
                  <a:lnTo>
                    <a:pt x="5514481" y="2610629"/>
                  </a:lnTo>
                  <a:lnTo>
                    <a:pt x="5514481" y="2753504"/>
                  </a:lnTo>
                  <a:close/>
                </a:path>
                <a:path w="5514975" h="3921759">
                  <a:moveTo>
                    <a:pt x="5514481" y="2944004"/>
                  </a:moveTo>
                  <a:lnTo>
                    <a:pt x="5466754" y="2944004"/>
                  </a:lnTo>
                  <a:lnTo>
                    <a:pt x="5466754" y="2801129"/>
                  </a:lnTo>
                  <a:lnTo>
                    <a:pt x="5514481" y="2801129"/>
                  </a:lnTo>
                  <a:lnTo>
                    <a:pt x="5514481" y="2944004"/>
                  </a:lnTo>
                  <a:close/>
                </a:path>
                <a:path w="5514975" h="3921759">
                  <a:moveTo>
                    <a:pt x="5514481" y="3134504"/>
                  </a:moveTo>
                  <a:lnTo>
                    <a:pt x="5466754" y="3134504"/>
                  </a:lnTo>
                  <a:lnTo>
                    <a:pt x="5466754" y="2991629"/>
                  </a:lnTo>
                  <a:lnTo>
                    <a:pt x="5514481" y="2991629"/>
                  </a:lnTo>
                  <a:lnTo>
                    <a:pt x="5514481" y="3134504"/>
                  </a:lnTo>
                  <a:close/>
                </a:path>
                <a:path w="5514975" h="3921759">
                  <a:moveTo>
                    <a:pt x="5514481" y="3325004"/>
                  </a:moveTo>
                  <a:lnTo>
                    <a:pt x="5466754" y="3325004"/>
                  </a:lnTo>
                  <a:lnTo>
                    <a:pt x="5466754" y="3182129"/>
                  </a:lnTo>
                  <a:lnTo>
                    <a:pt x="5514481" y="3182129"/>
                  </a:lnTo>
                  <a:lnTo>
                    <a:pt x="5514481" y="3325004"/>
                  </a:lnTo>
                  <a:close/>
                </a:path>
                <a:path w="5514975" h="3921759">
                  <a:moveTo>
                    <a:pt x="5507372" y="3515291"/>
                  </a:moveTo>
                  <a:lnTo>
                    <a:pt x="5460800" y="3507533"/>
                  </a:lnTo>
                  <a:lnTo>
                    <a:pt x="5463405" y="3489630"/>
                  </a:lnTo>
                  <a:lnTo>
                    <a:pt x="5465266" y="3471662"/>
                  </a:lnTo>
                  <a:lnTo>
                    <a:pt x="5466382" y="3453629"/>
                  </a:lnTo>
                  <a:lnTo>
                    <a:pt x="5466754" y="3435530"/>
                  </a:lnTo>
                  <a:lnTo>
                    <a:pt x="5466754" y="3372629"/>
                  </a:lnTo>
                  <a:lnTo>
                    <a:pt x="5514481" y="3372629"/>
                  </a:lnTo>
                  <a:lnTo>
                    <a:pt x="5514481" y="3435530"/>
                  </a:lnTo>
                  <a:lnTo>
                    <a:pt x="5512104" y="3483580"/>
                  </a:lnTo>
                  <a:lnTo>
                    <a:pt x="5507372" y="3515291"/>
                  </a:lnTo>
                  <a:close/>
                </a:path>
                <a:path w="5514975" h="3921759">
                  <a:moveTo>
                    <a:pt x="5440464" y="3692375"/>
                  </a:moveTo>
                  <a:lnTo>
                    <a:pt x="5400384" y="3667382"/>
                  </a:lnTo>
                  <a:lnTo>
                    <a:pt x="5416480" y="3639344"/>
                  </a:lnTo>
                  <a:lnTo>
                    <a:pt x="5430393" y="3610356"/>
                  </a:lnTo>
                  <a:lnTo>
                    <a:pt x="5442121" y="3580416"/>
                  </a:lnTo>
                  <a:lnTo>
                    <a:pt x="5451666" y="3549525"/>
                  </a:lnTo>
                  <a:lnTo>
                    <a:pt x="5497261" y="3561813"/>
                  </a:lnTo>
                  <a:lnTo>
                    <a:pt x="5493483" y="3576847"/>
                  </a:lnTo>
                  <a:lnTo>
                    <a:pt x="5477504" y="3621465"/>
                  </a:lnTo>
                  <a:lnTo>
                    <a:pt x="5457254" y="3664314"/>
                  </a:lnTo>
                  <a:lnTo>
                    <a:pt x="5440464" y="3692375"/>
                  </a:lnTo>
                  <a:close/>
                </a:path>
                <a:path w="5514975" h="3921759">
                  <a:moveTo>
                    <a:pt x="5310667" y="3830508"/>
                  </a:moveTo>
                  <a:lnTo>
                    <a:pt x="5283235" y="3792093"/>
                  </a:lnTo>
                  <a:lnTo>
                    <a:pt x="5297755" y="3781266"/>
                  </a:lnTo>
                  <a:lnTo>
                    <a:pt x="5311794" y="3769865"/>
                  </a:lnTo>
                  <a:lnTo>
                    <a:pt x="5348325" y="3735118"/>
                  </a:lnTo>
                  <a:lnTo>
                    <a:pt x="5375928" y="3702629"/>
                  </a:lnTo>
                  <a:lnTo>
                    <a:pt x="5413363" y="3731419"/>
                  </a:lnTo>
                  <a:lnTo>
                    <a:pt x="5404470" y="3743431"/>
                  </a:lnTo>
                  <a:lnTo>
                    <a:pt x="5372201" y="3779062"/>
                  </a:lnTo>
                  <a:lnTo>
                    <a:pt x="5336570" y="3811332"/>
                  </a:lnTo>
                  <a:lnTo>
                    <a:pt x="5310667" y="3830508"/>
                  </a:lnTo>
                  <a:close/>
                </a:path>
                <a:path w="5514975" h="3921759">
                  <a:moveTo>
                    <a:pt x="5138120" y="3908352"/>
                  </a:moveTo>
                  <a:lnTo>
                    <a:pt x="5127471" y="3862375"/>
                  </a:lnTo>
                  <a:lnTo>
                    <a:pt x="5158680" y="3853937"/>
                  </a:lnTo>
                  <a:lnTo>
                    <a:pt x="5189017" y="3843282"/>
                  </a:lnTo>
                  <a:lnTo>
                    <a:pt x="5218484" y="3830410"/>
                  </a:lnTo>
                  <a:lnTo>
                    <a:pt x="5247079" y="3815322"/>
                  </a:lnTo>
                  <a:lnTo>
                    <a:pt x="5270614" y="3856240"/>
                  </a:lnTo>
                  <a:lnTo>
                    <a:pt x="5257453" y="3864115"/>
                  </a:lnTo>
                  <a:lnTo>
                    <a:pt x="5214604" y="3884365"/>
                  </a:lnTo>
                  <a:lnTo>
                    <a:pt x="5169987" y="3900344"/>
                  </a:lnTo>
                  <a:lnTo>
                    <a:pt x="5138120" y="3908352"/>
                  </a:lnTo>
                  <a:close/>
                </a:path>
                <a:path w="5514975" h="3921759">
                  <a:moveTo>
                    <a:pt x="5028706" y="3921342"/>
                  </a:moveTo>
                  <a:lnTo>
                    <a:pt x="4948456" y="3921342"/>
                  </a:lnTo>
                  <a:lnTo>
                    <a:pt x="4948456" y="3873671"/>
                  </a:lnTo>
                  <a:lnTo>
                    <a:pt x="5028614" y="3873671"/>
                  </a:lnTo>
                  <a:lnTo>
                    <a:pt x="5042822" y="3873442"/>
                  </a:lnTo>
                  <a:lnTo>
                    <a:pt x="5056998" y="3872753"/>
                  </a:lnTo>
                  <a:lnTo>
                    <a:pt x="5071141" y="3871604"/>
                  </a:lnTo>
                  <a:lnTo>
                    <a:pt x="5085252" y="3869997"/>
                  </a:lnTo>
                  <a:lnTo>
                    <a:pt x="5091350" y="3916781"/>
                  </a:lnTo>
                  <a:lnTo>
                    <a:pt x="5076719" y="3918965"/>
                  </a:lnTo>
                  <a:lnTo>
                    <a:pt x="5028706" y="3921342"/>
                  </a:lnTo>
                  <a:close/>
                </a:path>
                <a:path w="5514975" h="3921759">
                  <a:moveTo>
                    <a:pt x="4900831" y="3921342"/>
                  </a:moveTo>
                  <a:lnTo>
                    <a:pt x="4757956" y="3921342"/>
                  </a:lnTo>
                  <a:lnTo>
                    <a:pt x="4757956" y="3873671"/>
                  </a:lnTo>
                  <a:lnTo>
                    <a:pt x="4900831" y="3873671"/>
                  </a:lnTo>
                  <a:lnTo>
                    <a:pt x="4900831" y="3921342"/>
                  </a:lnTo>
                  <a:close/>
                </a:path>
                <a:path w="5514975" h="3921759">
                  <a:moveTo>
                    <a:pt x="4710331" y="3921342"/>
                  </a:moveTo>
                  <a:lnTo>
                    <a:pt x="4567456" y="3921342"/>
                  </a:lnTo>
                  <a:lnTo>
                    <a:pt x="4567456" y="3873671"/>
                  </a:lnTo>
                  <a:lnTo>
                    <a:pt x="4710331" y="3873671"/>
                  </a:lnTo>
                  <a:lnTo>
                    <a:pt x="4710331" y="3921342"/>
                  </a:lnTo>
                  <a:close/>
                </a:path>
                <a:path w="5514975" h="3921759">
                  <a:moveTo>
                    <a:pt x="4519831" y="3921342"/>
                  </a:moveTo>
                  <a:lnTo>
                    <a:pt x="4376956" y="3921342"/>
                  </a:lnTo>
                  <a:lnTo>
                    <a:pt x="4376956" y="3873671"/>
                  </a:lnTo>
                  <a:lnTo>
                    <a:pt x="4519831" y="3873671"/>
                  </a:lnTo>
                  <a:lnTo>
                    <a:pt x="4519831" y="3921342"/>
                  </a:lnTo>
                  <a:close/>
                </a:path>
                <a:path w="5514975" h="3921759">
                  <a:moveTo>
                    <a:pt x="4329331" y="3921342"/>
                  </a:moveTo>
                  <a:lnTo>
                    <a:pt x="4186456" y="3921342"/>
                  </a:lnTo>
                  <a:lnTo>
                    <a:pt x="4186456" y="3873671"/>
                  </a:lnTo>
                  <a:lnTo>
                    <a:pt x="4329331" y="3873671"/>
                  </a:lnTo>
                  <a:lnTo>
                    <a:pt x="4329331" y="3921342"/>
                  </a:lnTo>
                  <a:close/>
                </a:path>
                <a:path w="5514975" h="3921759">
                  <a:moveTo>
                    <a:pt x="4138831" y="3921342"/>
                  </a:moveTo>
                  <a:lnTo>
                    <a:pt x="3995956" y="3921342"/>
                  </a:lnTo>
                  <a:lnTo>
                    <a:pt x="3995956" y="3873671"/>
                  </a:lnTo>
                  <a:lnTo>
                    <a:pt x="4138831" y="3873671"/>
                  </a:lnTo>
                  <a:lnTo>
                    <a:pt x="4138831" y="3921342"/>
                  </a:lnTo>
                  <a:close/>
                </a:path>
                <a:path w="5514975" h="3921759">
                  <a:moveTo>
                    <a:pt x="3948331" y="3921342"/>
                  </a:moveTo>
                  <a:lnTo>
                    <a:pt x="3805456" y="3921342"/>
                  </a:lnTo>
                  <a:lnTo>
                    <a:pt x="3805456" y="3873671"/>
                  </a:lnTo>
                  <a:lnTo>
                    <a:pt x="3948331" y="3873671"/>
                  </a:lnTo>
                  <a:lnTo>
                    <a:pt x="3948331" y="3921342"/>
                  </a:lnTo>
                  <a:close/>
                </a:path>
                <a:path w="5514975" h="3921759">
                  <a:moveTo>
                    <a:pt x="3757831" y="3921342"/>
                  </a:moveTo>
                  <a:lnTo>
                    <a:pt x="3614956" y="3921342"/>
                  </a:lnTo>
                  <a:lnTo>
                    <a:pt x="3614956" y="3873671"/>
                  </a:lnTo>
                  <a:lnTo>
                    <a:pt x="3757831" y="3873671"/>
                  </a:lnTo>
                  <a:lnTo>
                    <a:pt x="3757831" y="3921342"/>
                  </a:lnTo>
                  <a:close/>
                </a:path>
                <a:path w="5514975" h="3921759">
                  <a:moveTo>
                    <a:pt x="3567331" y="3921342"/>
                  </a:moveTo>
                  <a:lnTo>
                    <a:pt x="3424456" y="3921342"/>
                  </a:lnTo>
                  <a:lnTo>
                    <a:pt x="3424456" y="3873671"/>
                  </a:lnTo>
                  <a:lnTo>
                    <a:pt x="3567331" y="3873671"/>
                  </a:lnTo>
                  <a:lnTo>
                    <a:pt x="3567331" y="3921342"/>
                  </a:lnTo>
                  <a:close/>
                </a:path>
                <a:path w="5514975" h="3921759">
                  <a:moveTo>
                    <a:pt x="3376831" y="3921342"/>
                  </a:moveTo>
                  <a:lnTo>
                    <a:pt x="3233956" y="3921342"/>
                  </a:lnTo>
                  <a:lnTo>
                    <a:pt x="3233956" y="3873671"/>
                  </a:lnTo>
                  <a:lnTo>
                    <a:pt x="3376831" y="3873671"/>
                  </a:lnTo>
                  <a:lnTo>
                    <a:pt x="3376831" y="3921342"/>
                  </a:lnTo>
                  <a:close/>
                </a:path>
                <a:path w="5514975" h="3921759">
                  <a:moveTo>
                    <a:pt x="3186331" y="3921342"/>
                  </a:moveTo>
                  <a:lnTo>
                    <a:pt x="3043456" y="3921342"/>
                  </a:lnTo>
                  <a:lnTo>
                    <a:pt x="3043456" y="3873671"/>
                  </a:lnTo>
                  <a:lnTo>
                    <a:pt x="3186331" y="3873671"/>
                  </a:lnTo>
                  <a:lnTo>
                    <a:pt x="3186331" y="3921342"/>
                  </a:lnTo>
                  <a:close/>
                </a:path>
                <a:path w="5514975" h="3921759">
                  <a:moveTo>
                    <a:pt x="2995831" y="3921342"/>
                  </a:moveTo>
                  <a:lnTo>
                    <a:pt x="2852956" y="3921342"/>
                  </a:lnTo>
                  <a:lnTo>
                    <a:pt x="2852956" y="3873671"/>
                  </a:lnTo>
                  <a:lnTo>
                    <a:pt x="2995831" y="3873671"/>
                  </a:lnTo>
                  <a:lnTo>
                    <a:pt x="2995831" y="3921342"/>
                  </a:lnTo>
                  <a:close/>
                </a:path>
                <a:path w="5514975" h="3921759">
                  <a:moveTo>
                    <a:pt x="2805331" y="3921342"/>
                  </a:moveTo>
                  <a:lnTo>
                    <a:pt x="2662456" y="3921342"/>
                  </a:lnTo>
                  <a:lnTo>
                    <a:pt x="2662456" y="3873671"/>
                  </a:lnTo>
                  <a:lnTo>
                    <a:pt x="2805331" y="3873671"/>
                  </a:lnTo>
                  <a:lnTo>
                    <a:pt x="2805331" y="3921342"/>
                  </a:lnTo>
                  <a:close/>
                </a:path>
                <a:path w="5514975" h="3921759">
                  <a:moveTo>
                    <a:pt x="2614831" y="3921342"/>
                  </a:moveTo>
                  <a:lnTo>
                    <a:pt x="2471956" y="3921342"/>
                  </a:lnTo>
                  <a:lnTo>
                    <a:pt x="2471956" y="3873671"/>
                  </a:lnTo>
                  <a:lnTo>
                    <a:pt x="2614831" y="3873671"/>
                  </a:lnTo>
                  <a:lnTo>
                    <a:pt x="2614831" y="3921342"/>
                  </a:lnTo>
                  <a:close/>
                </a:path>
                <a:path w="5514975" h="3921759">
                  <a:moveTo>
                    <a:pt x="2424331" y="3921342"/>
                  </a:moveTo>
                  <a:lnTo>
                    <a:pt x="2281455" y="3921342"/>
                  </a:lnTo>
                  <a:lnTo>
                    <a:pt x="2281455" y="3873671"/>
                  </a:lnTo>
                  <a:lnTo>
                    <a:pt x="2424331" y="3873671"/>
                  </a:lnTo>
                  <a:lnTo>
                    <a:pt x="2424331" y="3921342"/>
                  </a:lnTo>
                  <a:close/>
                </a:path>
                <a:path w="5514975" h="3921759">
                  <a:moveTo>
                    <a:pt x="2233830" y="3921342"/>
                  </a:moveTo>
                  <a:lnTo>
                    <a:pt x="2090956" y="3921342"/>
                  </a:lnTo>
                  <a:lnTo>
                    <a:pt x="2090956" y="3873671"/>
                  </a:lnTo>
                  <a:lnTo>
                    <a:pt x="2233830" y="3873671"/>
                  </a:lnTo>
                  <a:lnTo>
                    <a:pt x="2233830" y="3921342"/>
                  </a:lnTo>
                  <a:close/>
                </a:path>
                <a:path w="5514975" h="3921759">
                  <a:moveTo>
                    <a:pt x="2043331" y="3921342"/>
                  </a:moveTo>
                  <a:lnTo>
                    <a:pt x="1900455" y="3921342"/>
                  </a:lnTo>
                  <a:lnTo>
                    <a:pt x="1900455" y="3873671"/>
                  </a:lnTo>
                  <a:lnTo>
                    <a:pt x="2043331" y="3873671"/>
                  </a:lnTo>
                  <a:lnTo>
                    <a:pt x="2043331" y="3921342"/>
                  </a:lnTo>
                  <a:close/>
                </a:path>
                <a:path w="5514975" h="3921759">
                  <a:moveTo>
                    <a:pt x="1852831" y="3921342"/>
                  </a:moveTo>
                  <a:lnTo>
                    <a:pt x="1709956" y="3921342"/>
                  </a:lnTo>
                  <a:lnTo>
                    <a:pt x="1709956" y="3873671"/>
                  </a:lnTo>
                  <a:lnTo>
                    <a:pt x="1852831" y="3873671"/>
                  </a:lnTo>
                  <a:lnTo>
                    <a:pt x="1852831" y="3921342"/>
                  </a:lnTo>
                  <a:close/>
                </a:path>
                <a:path w="5514975" h="3921759">
                  <a:moveTo>
                    <a:pt x="1662331" y="3921342"/>
                  </a:moveTo>
                  <a:lnTo>
                    <a:pt x="1519456" y="3921342"/>
                  </a:lnTo>
                  <a:lnTo>
                    <a:pt x="1519456" y="3873671"/>
                  </a:lnTo>
                  <a:lnTo>
                    <a:pt x="1662331" y="3873671"/>
                  </a:lnTo>
                  <a:lnTo>
                    <a:pt x="1662331" y="3921342"/>
                  </a:lnTo>
                  <a:close/>
                </a:path>
                <a:path w="5514975" h="3921759">
                  <a:moveTo>
                    <a:pt x="1471831" y="3921342"/>
                  </a:moveTo>
                  <a:lnTo>
                    <a:pt x="1328956" y="3921342"/>
                  </a:lnTo>
                  <a:lnTo>
                    <a:pt x="1328956" y="3873671"/>
                  </a:lnTo>
                  <a:lnTo>
                    <a:pt x="1471831" y="3873671"/>
                  </a:lnTo>
                  <a:lnTo>
                    <a:pt x="1471831" y="3921342"/>
                  </a:lnTo>
                  <a:close/>
                </a:path>
                <a:path w="5514975" h="3921759">
                  <a:moveTo>
                    <a:pt x="1281331" y="3921342"/>
                  </a:moveTo>
                  <a:lnTo>
                    <a:pt x="1138456" y="3921342"/>
                  </a:lnTo>
                  <a:lnTo>
                    <a:pt x="1138456" y="3873671"/>
                  </a:lnTo>
                  <a:lnTo>
                    <a:pt x="1281331" y="3873671"/>
                  </a:lnTo>
                  <a:lnTo>
                    <a:pt x="1281331" y="3921342"/>
                  </a:lnTo>
                  <a:close/>
                </a:path>
                <a:path w="5514975" h="3921759">
                  <a:moveTo>
                    <a:pt x="1090831" y="3921342"/>
                  </a:moveTo>
                  <a:lnTo>
                    <a:pt x="947956" y="3921342"/>
                  </a:lnTo>
                  <a:lnTo>
                    <a:pt x="947956" y="3873671"/>
                  </a:lnTo>
                  <a:lnTo>
                    <a:pt x="1090831" y="3873671"/>
                  </a:lnTo>
                  <a:lnTo>
                    <a:pt x="1090831" y="3921342"/>
                  </a:lnTo>
                  <a:close/>
                </a:path>
                <a:path w="5514975" h="3921759">
                  <a:moveTo>
                    <a:pt x="900331" y="3921342"/>
                  </a:moveTo>
                  <a:lnTo>
                    <a:pt x="757456" y="3921342"/>
                  </a:lnTo>
                  <a:lnTo>
                    <a:pt x="757456" y="3873671"/>
                  </a:lnTo>
                  <a:lnTo>
                    <a:pt x="900331" y="3873671"/>
                  </a:lnTo>
                  <a:lnTo>
                    <a:pt x="900331" y="3921342"/>
                  </a:lnTo>
                  <a:close/>
                </a:path>
                <a:path w="5514975" h="3921759">
                  <a:moveTo>
                    <a:pt x="709831" y="3921342"/>
                  </a:moveTo>
                  <a:lnTo>
                    <a:pt x="566956" y="3921342"/>
                  </a:lnTo>
                  <a:lnTo>
                    <a:pt x="566956" y="3873671"/>
                  </a:lnTo>
                  <a:lnTo>
                    <a:pt x="709831" y="3873671"/>
                  </a:lnTo>
                  <a:lnTo>
                    <a:pt x="709831" y="3921342"/>
                  </a:lnTo>
                  <a:close/>
                </a:path>
                <a:path w="5514975" h="3921759">
                  <a:moveTo>
                    <a:pt x="519331" y="3921342"/>
                  </a:moveTo>
                  <a:lnTo>
                    <a:pt x="485775" y="3921342"/>
                  </a:lnTo>
                  <a:lnTo>
                    <a:pt x="437762" y="3918965"/>
                  </a:lnTo>
                  <a:lnTo>
                    <a:pt x="390562" y="3911921"/>
                  </a:lnTo>
                  <a:lnTo>
                    <a:pt x="377268" y="3908581"/>
                  </a:lnTo>
                  <a:lnTo>
                    <a:pt x="387819" y="3862584"/>
                  </a:lnTo>
                  <a:lnTo>
                    <a:pt x="412065" y="3867435"/>
                  </a:lnTo>
                  <a:lnTo>
                    <a:pt x="436472" y="3870900"/>
                  </a:lnTo>
                  <a:lnTo>
                    <a:pt x="461039" y="3872978"/>
                  </a:lnTo>
                  <a:lnTo>
                    <a:pt x="485765" y="3873671"/>
                  </a:lnTo>
                  <a:lnTo>
                    <a:pt x="519331" y="3873671"/>
                  </a:lnTo>
                  <a:lnTo>
                    <a:pt x="519331" y="3921342"/>
                  </a:lnTo>
                  <a:close/>
                </a:path>
                <a:path w="5514975" h="3921759">
                  <a:moveTo>
                    <a:pt x="331404" y="3895656"/>
                  </a:moveTo>
                  <a:lnTo>
                    <a:pt x="299876" y="3884365"/>
                  </a:lnTo>
                  <a:lnTo>
                    <a:pt x="257027" y="3864115"/>
                  </a:lnTo>
                  <a:lnTo>
                    <a:pt x="216266" y="3839726"/>
                  </a:lnTo>
                  <a:lnTo>
                    <a:pt x="204573" y="3831070"/>
                  </a:lnTo>
                  <a:lnTo>
                    <a:pt x="231899" y="3792631"/>
                  </a:lnTo>
                  <a:lnTo>
                    <a:pt x="258904" y="3810384"/>
                  </a:lnTo>
                  <a:lnTo>
                    <a:pt x="286991" y="3826017"/>
                  </a:lnTo>
                  <a:lnTo>
                    <a:pt x="316161" y="3839529"/>
                  </a:lnTo>
                  <a:lnTo>
                    <a:pt x="346413" y="3850920"/>
                  </a:lnTo>
                  <a:lnTo>
                    <a:pt x="331404" y="3895656"/>
                  </a:lnTo>
                  <a:close/>
                </a:path>
                <a:path w="5514975" h="3921759">
                  <a:moveTo>
                    <a:pt x="167215" y="3801645"/>
                  </a:moveTo>
                  <a:lnTo>
                    <a:pt x="142279" y="3779062"/>
                  </a:lnTo>
                  <a:lnTo>
                    <a:pt x="110010" y="3743431"/>
                  </a:lnTo>
                  <a:lnTo>
                    <a:pt x="81615" y="3705075"/>
                  </a:lnTo>
                  <a:lnTo>
                    <a:pt x="74520" y="3693217"/>
                  </a:lnTo>
                  <a:lnTo>
                    <a:pt x="114489" y="3668173"/>
                  </a:lnTo>
                  <a:lnTo>
                    <a:pt x="128212" y="3688768"/>
                  </a:lnTo>
                  <a:lnTo>
                    <a:pt x="143030" y="3708494"/>
                  </a:lnTo>
                  <a:lnTo>
                    <a:pt x="175953" y="3745343"/>
                  </a:lnTo>
                  <a:lnTo>
                    <a:pt x="198170" y="3766071"/>
                  </a:lnTo>
                  <a:lnTo>
                    <a:pt x="167215" y="3801645"/>
                  </a:lnTo>
                  <a:close/>
                </a:path>
                <a:path w="5514975" h="3921759">
                  <a:moveTo>
                    <a:pt x="51239" y="3651644"/>
                  </a:moveTo>
                  <a:lnTo>
                    <a:pt x="36977" y="3621465"/>
                  </a:lnTo>
                  <a:lnTo>
                    <a:pt x="20997" y="3576847"/>
                  </a:lnTo>
                  <a:lnTo>
                    <a:pt x="9420" y="3530779"/>
                  </a:lnTo>
                  <a:lnTo>
                    <a:pt x="7258" y="3516289"/>
                  </a:lnTo>
                  <a:lnTo>
                    <a:pt x="53732" y="3508446"/>
                  </a:lnTo>
                  <a:lnTo>
                    <a:pt x="60268" y="3540095"/>
                  </a:lnTo>
                  <a:lnTo>
                    <a:pt x="69069" y="3571012"/>
                  </a:lnTo>
                  <a:lnTo>
                    <a:pt x="80135" y="3601194"/>
                  </a:lnTo>
                  <a:lnTo>
                    <a:pt x="93466" y="3630643"/>
                  </a:lnTo>
                  <a:lnTo>
                    <a:pt x="51239" y="3651644"/>
                  </a:lnTo>
                  <a:close/>
                </a:path>
                <a:path w="5514975" h="3921759">
                  <a:moveTo>
                    <a:pt x="1658" y="3469068"/>
                  </a:moveTo>
                  <a:lnTo>
                    <a:pt x="0" y="3435567"/>
                  </a:lnTo>
                  <a:lnTo>
                    <a:pt x="0" y="3326035"/>
                  </a:lnTo>
                  <a:lnTo>
                    <a:pt x="47624" y="3326035"/>
                  </a:lnTo>
                  <a:lnTo>
                    <a:pt x="47690" y="3443109"/>
                  </a:lnTo>
                  <a:lnTo>
                    <a:pt x="47886" y="3450683"/>
                  </a:lnTo>
                  <a:lnTo>
                    <a:pt x="48213" y="3458250"/>
                  </a:lnTo>
                  <a:lnTo>
                    <a:pt x="48671" y="3465813"/>
                  </a:lnTo>
                  <a:lnTo>
                    <a:pt x="1658" y="3469068"/>
                  </a:lnTo>
                  <a:close/>
                </a:path>
                <a:path w="5514975" h="3921759">
                  <a:moveTo>
                    <a:pt x="47624" y="3278410"/>
                  </a:moveTo>
                  <a:lnTo>
                    <a:pt x="0" y="3278410"/>
                  </a:lnTo>
                  <a:lnTo>
                    <a:pt x="0" y="3135535"/>
                  </a:lnTo>
                  <a:lnTo>
                    <a:pt x="47624" y="3135535"/>
                  </a:lnTo>
                  <a:lnTo>
                    <a:pt x="47624" y="3278410"/>
                  </a:lnTo>
                  <a:close/>
                </a:path>
                <a:path w="5514975" h="3921759">
                  <a:moveTo>
                    <a:pt x="47624" y="3087910"/>
                  </a:moveTo>
                  <a:lnTo>
                    <a:pt x="0" y="3087910"/>
                  </a:lnTo>
                  <a:lnTo>
                    <a:pt x="0" y="2945035"/>
                  </a:lnTo>
                  <a:lnTo>
                    <a:pt x="47624" y="2945035"/>
                  </a:lnTo>
                  <a:lnTo>
                    <a:pt x="47624" y="3087910"/>
                  </a:lnTo>
                  <a:close/>
                </a:path>
                <a:path w="5514975" h="3921759">
                  <a:moveTo>
                    <a:pt x="47624" y="2897410"/>
                  </a:moveTo>
                  <a:lnTo>
                    <a:pt x="0" y="2897410"/>
                  </a:lnTo>
                  <a:lnTo>
                    <a:pt x="0" y="2754535"/>
                  </a:lnTo>
                  <a:lnTo>
                    <a:pt x="47624" y="2754535"/>
                  </a:lnTo>
                  <a:lnTo>
                    <a:pt x="47624" y="2897410"/>
                  </a:lnTo>
                  <a:close/>
                </a:path>
                <a:path w="5514975" h="3921759">
                  <a:moveTo>
                    <a:pt x="47624" y="2706910"/>
                  </a:moveTo>
                  <a:lnTo>
                    <a:pt x="0" y="2706910"/>
                  </a:lnTo>
                  <a:lnTo>
                    <a:pt x="0" y="2564035"/>
                  </a:lnTo>
                  <a:lnTo>
                    <a:pt x="47624" y="2564035"/>
                  </a:lnTo>
                  <a:lnTo>
                    <a:pt x="47624" y="2706910"/>
                  </a:lnTo>
                  <a:close/>
                </a:path>
                <a:path w="5514975" h="3921759">
                  <a:moveTo>
                    <a:pt x="47624" y="2516410"/>
                  </a:moveTo>
                  <a:lnTo>
                    <a:pt x="0" y="2516410"/>
                  </a:lnTo>
                  <a:lnTo>
                    <a:pt x="0" y="2373535"/>
                  </a:lnTo>
                  <a:lnTo>
                    <a:pt x="47624" y="2373535"/>
                  </a:lnTo>
                  <a:lnTo>
                    <a:pt x="47624" y="2516410"/>
                  </a:lnTo>
                  <a:close/>
                </a:path>
                <a:path w="5514975" h="3921759">
                  <a:moveTo>
                    <a:pt x="47624" y="2325910"/>
                  </a:moveTo>
                  <a:lnTo>
                    <a:pt x="0" y="2325910"/>
                  </a:lnTo>
                  <a:lnTo>
                    <a:pt x="0" y="2183035"/>
                  </a:lnTo>
                  <a:lnTo>
                    <a:pt x="47624" y="2183035"/>
                  </a:lnTo>
                  <a:lnTo>
                    <a:pt x="47624" y="2325910"/>
                  </a:lnTo>
                  <a:close/>
                </a:path>
                <a:path w="5514975" h="3921759">
                  <a:moveTo>
                    <a:pt x="47624" y="2135410"/>
                  </a:moveTo>
                  <a:lnTo>
                    <a:pt x="0" y="2135410"/>
                  </a:lnTo>
                  <a:lnTo>
                    <a:pt x="0" y="1992535"/>
                  </a:lnTo>
                  <a:lnTo>
                    <a:pt x="47624" y="1992535"/>
                  </a:lnTo>
                  <a:lnTo>
                    <a:pt x="47624" y="2135410"/>
                  </a:lnTo>
                  <a:close/>
                </a:path>
                <a:path w="5514975" h="3921759">
                  <a:moveTo>
                    <a:pt x="47624" y="1944910"/>
                  </a:moveTo>
                  <a:lnTo>
                    <a:pt x="0" y="1944910"/>
                  </a:lnTo>
                  <a:lnTo>
                    <a:pt x="0" y="1802035"/>
                  </a:lnTo>
                  <a:lnTo>
                    <a:pt x="47624" y="1802035"/>
                  </a:lnTo>
                  <a:lnTo>
                    <a:pt x="47624" y="1944910"/>
                  </a:lnTo>
                  <a:close/>
                </a:path>
                <a:path w="5514975" h="3921759">
                  <a:moveTo>
                    <a:pt x="47624" y="1754410"/>
                  </a:moveTo>
                  <a:lnTo>
                    <a:pt x="0" y="1754410"/>
                  </a:lnTo>
                  <a:lnTo>
                    <a:pt x="0" y="1611535"/>
                  </a:lnTo>
                  <a:lnTo>
                    <a:pt x="47624" y="1611535"/>
                  </a:lnTo>
                  <a:lnTo>
                    <a:pt x="47624" y="1754410"/>
                  </a:lnTo>
                  <a:close/>
                </a:path>
                <a:path w="5514975" h="3921759">
                  <a:moveTo>
                    <a:pt x="47624" y="1563910"/>
                  </a:moveTo>
                  <a:lnTo>
                    <a:pt x="0" y="1563910"/>
                  </a:lnTo>
                  <a:lnTo>
                    <a:pt x="0" y="1421035"/>
                  </a:lnTo>
                  <a:lnTo>
                    <a:pt x="47624" y="1421035"/>
                  </a:lnTo>
                  <a:lnTo>
                    <a:pt x="47624" y="1563910"/>
                  </a:lnTo>
                  <a:close/>
                </a:path>
                <a:path w="5514975" h="3921759">
                  <a:moveTo>
                    <a:pt x="47624" y="1373410"/>
                  </a:moveTo>
                  <a:lnTo>
                    <a:pt x="0" y="1373410"/>
                  </a:lnTo>
                  <a:lnTo>
                    <a:pt x="0" y="1230535"/>
                  </a:lnTo>
                  <a:lnTo>
                    <a:pt x="47624" y="1230535"/>
                  </a:lnTo>
                  <a:lnTo>
                    <a:pt x="47624" y="1373410"/>
                  </a:lnTo>
                  <a:close/>
                </a:path>
                <a:path w="5514975" h="3921759">
                  <a:moveTo>
                    <a:pt x="47624" y="1182910"/>
                  </a:moveTo>
                  <a:lnTo>
                    <a:pt x="0" y="1182910"/>
                  </a:lnTo>
                  <a:lnTo>
                    <a:pt x="0" y="1040035"/>
                  </a:lnTo>
                  <a:lnTo>
                    <a:pt x="47624" y="1040035"/>
                  </a:lnTo>
                  <a:lnTo>
                    <a:pt x="47624" y="1182910"/>
                  </a:lnTo>
                  <a:close/>
                </a:path>
                <a:path w="5514975" h="3921759">
                  <a:moveTo>
                    <a:pt x="47624" y="992410"/>
                  </a:moveTo>
                  <a:lnTo>
                    <a:pt x="0" y="992410"/>
                  </a:lnTo>
                  <a:lnTo>
                    <a:pt x="0" y="849535"/>
                  </a:lnTo>
                  <a:lnTo>
                    <a:pt x="47624" y="849535"/>
                  </a:lnTo>
                  <a:lnTo>
                    <a:pt x="47624" y="992410"/>
                  </a:lnTo>
                  <a:close/>
                </a:path>
                <a:path w="5514975" h="3921759">
                  <a:moveTo>
                    <a:pt x="47624" y="801910"/>
                  </a:moveTo>
                  <a:lnTo>
                    <a:pt x="0" y="801910"/>
                  </a:lnTo>
                  <a:lnTo>
                    <a:pt x="0" y="659035"/>
                  </a:lnTo>
                  <a:lnTo>
                    <a:pt x="47624" y="659035"/>
                  </a:lnTo>
                  <a:lnTo>
                    <a:pt x="47624" y="801910"/>
                  </a:lnTo>
                  <a:close/>
                </a:path>
                <a:path w="5514975" h="3921759">
                  <a:moveTo>
                    <a:pt x="47624" y="611410"/>
                  </a:moveTo>
                  <a:lnTo>
                    <a:pt x="0" y="611410"/>
                  </a:lnTo>
                  <a:lnTo>
                    <a:pt x="0" y="485775"/>
                  </a:lnTo>
                  <a:lnTo>
                    <a:pt x="775" y="470102"/>
                  </a:lnTo>
                  <a:lnTo>
                    <a:pt x="859" y="468418"/>
                  </a:lnTo>
                  <a:lnTo>
                    <a:pt x="47905" y="470102"/>
                  </a:lnTo>
                  <a:lnTo>
                    <a:pt x="47718" y="475330"/>
                  </a:lnTo>
                  <a:lnTo>
                    <a:pt x="47624" y="611410"/>
                  </a:lnTo>
                  <a:close/>
                </a:path>
                <a:path w="5514975" h="3921759">
                  <a:moveTo>
                    <a:pt x="51555" y="427220"/>
                  </a:moveTo>
                  <a:lnTo>
                    <a:pt x="4889" y="420925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44362" y="284249"/>
                  </a:lnTo>
                  <a:lnTo>
                    <a:pt x="87205" y="303811"/>
                  </a:lnTo>
                  <a:lnTo>
                    <a:pt x="74862" y="333677"/>
                  </a:lnTo>
                  <a:lnTo>
                    <a:pt x="64806" y="364201"/>
                  </a:lnTo>
                  <a:lnTo>
                    <a:pt x="57037" y="395382"/>
                  </a:lnTo>
                  <a:lnTo>
                    <a:pt x="51555" y="427220"/>
                  </a:lnTo>
                  <a:close/>
                </a:path>
                <a:path w="5514975" h="3921759">
                  <a:moveTo>
                    <a:pt x="106953" y="265632"/>
                  </a:moveTo>
                  <a:lnTo>
                    <a:pt x="66236" y="241970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55229" y="130552"/>
                  </a:lnTo>
                  <a:lnTo>
                    <a:pt x="187308" y="165026"/>
                  </a:lnTo>
                  <a:lnTo>
                    <a:pt x="183458" y="168608"/>
                  </a:lnTo>
                  <a:lnTo>
                    <a:pt x="179673" y="172260"/>
                  </a:lnTo>
                  <a:lnTo>
                    <a:pt x="175953" y="175980"/>
                  </a:lnTo>
                  <a:lnTo>
                    <a:pt x="156511" y="196712"/>
                  </a:lnTo>
                  <a:lnTo>
                    <a:pt x="138531" y="218565"/>
                  </a:lnTo>
                  <a:lnTo>
                    <a:pt x="122012" y="241538"/>
                  </a:lnTo>
                  <a:lnTo>
                    <a:pt x="106953" y="265632"/>
                  </a:lnTo>
                  <a:close/>
                </a:path>
                <a:path w="5514975" h="3921759">
                  <a:moveTo>
                    <a:pt x="220216" y="137291"/>
                  </a:moveTo>
                  <a:lnTo>
                    <a:pt x="191667" y="99826"/>
                  </a:lnTo>
                  <a:lnTo>
                    <a:pt x="216266" y="81616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16241" y="31116"/>
                  </a:lnTo>
                  <a:lnTo>
                    <a:pt x="332700" y="75258"/>
                  </a:lnTo>
                  <a:lnTo>
                    <a:pt x="302851" y="87643"/>
                  </a:lnTo>
                  <a:lnTo>
                    <a:pt x="274154" y="102110"/>
                  </a:lnTo>
                  <a:lnTo>
                    <a:pt x="246609" y="118660"/>
                  </a:lnTo>
                  <a:lnTo>
                    <a:pt x="220216" y="137291"/>
                  </a:lnTo>
                  <a:close/>
                </a:path>
                <a:path w="5514975" h="3921759">
                  <a:moveTo>
                    <a:pt x="373663" y="62234"/>
                  </a:moveTo>
                  <a:lnTo>
                    <a:pt x="361609" y="16696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628640" y="0"/>
                  </a:lnTo>
                  <a:lnTo>
                    <a:pt x="628640" y="47651"/>
                  </a:lnTo>
                  <a:lnTo>
                    <a:pt x="485765" y="47651"/>
                  </a:lnTo>
                  <a:lnTo>
                    <a:pt x="457379" y="48563"/>
                  </a:lnTo>
                  <a:lnTo>
                    <a:pt x="429234" y="51297"/>
                  </a:lnTo>
                  <a:lnTo>
                    <a:pt x="401328" y="55854"/>
                  </a:lnTo>
                  <a:lnTo>
                    <a:pt x="373663" y="62234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821583" y="2945967"/>
              <a:ext cx="46355" cy="544195"/>
            </a:xfrm>
            <a:custGeom>
              <a:avLst/>
              <a:gdLst/>
              <a:ahLst/>
              <a:cxnLst/>
              <a:rect l="l" t="t" r="r" b="b"/>
              <a:pathLst>
                <a:path w="46354" h="544195">
                  <a:moveTo>
                    <a:pt x="46101" y="517817"/>
                  </a:moveTo>
                  <a:lnTo>
                    <a:pt x="26111" y="497827"/>
                  </a:lnTo>
                  <a:lnTo>
                    <a:pt x="20002" y="497827"/>
                  </a:lnTo>
                  <a:lnTo>
                    <a:pt x="0" y="517817"/>
                  </a:lnTo>
                  <a:lnTo>
                    <a:pt x="0" y="523925"/>
                  </a:lnTo>
                  <a:lnTo>
                    <a:pt x="20002" y="543915"/>
                  </a:lnTo>
                  <a:lnTo>
                    <a:pt x="26111" y="543915"/>
                  </a:lnTo>
                  <a:lnTo>
                    <a:pt x="46101" y="523925"/>
                  </a:lnTo>
                  <a:lnTo>
                    <a:pt x="46101" y="520877"/>
                  </a:lnTo>
                  <a:lnTo>
                    <a:pt x="46101" y="517817"/>
                  </a:lnTo>
                  <a:close/>
                </a:path>
                <a:path w="46354" h="544195">
                  <a:moveTo>
                    <a:pt x="46101" y="268909"/>
                  </a:moveTo>
                  <a:lnTo>
                    <a:pt x="26111" y="248907"/>
                  </a:lnTo>
                  <a:lnTo>
                    <a:pt x="20002" y="248907"/>
                  </a:lnTo>
                  <a:lnTo>
                    <a:pt x="0" y="268909"/>
                  </a:lnTo>
                  <a:lnTo>
                    <a:pt x="0" y="275018"/>
                  </a:lnTo>
                  <a:lnTo>
                    <a:pt x="20002" y="295008"/>
                  </a:lnTo>
                  <a:lnTo>
                    <a:pt x="26111" y="295008"/>
                  </a:lnTo>
                  <a:lnTo>
                    <a:pt x="46101" y="275018"/>
                  </a:lnTo>
                  <a:lnTo>
                    <a:pt x="46101" y="271957"/>
                  </a:lnTo>
                  <a:lnTo>
                    <a:pt x="46101" y="268909"/>
                  </a:lnTo>
                  <a:close/>
                </a:path>
                <a:path w="46354" h="544195">
                  <a:moveTo>
                    <a:pt x="46101" y="19989"/>
                  </a:moveTo>
                  <a:lnTo>
                    <a:pt x="26111" y="0"/>
                  </a:lnTo>
                  <a:lnTo>
                    <a:pt x="20002" y="0"/>
                  </a:lnTo>
                  <a:lnTo>
                    <a:pt x="0" y="19989"/>
                  </a:lnTo>
                  <a:lnTo>
                    <a:pt x="0" y="26098"/>
                  </a:lnTo>
                  <a:lnTo>
                    <a:pt x="20002" y="46088"/>
                  </a:lnTo>
                  <a:lnTo>
                    <a:pt x="26111" y="46088"/>
                  </a:lnTo>
                  <a:lnTo>
                    <a:pt x="46101" y="26098"/>
                  </a:lnTo>
                  <a:lnTo>
                    <a:pt x="46101" y="23050"/>
                  </a:lnTo>
                  <a:lnTo>
                    <a:pt x="46101" y="199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94149" y="4512538"/>
            <a:ext cx="3800475" cy="93726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195"/>
              </a:spcBef>
            </a:pPr>
            <a:r>
              <a:rPr dirty="0" sz="1500" b="1">
                <a:latin typeface="Times New Roman"/>
                <a:cs typeface="Times New Roman"/>
              </a:rPr>
              <a:t>Privacy</a:t>
            </a:r>
            <a:r>
              <a:rPr dirty="0" sz="1500" spc="7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&amp;</a:t>
            </a:r>
            <a:r>
              <a:rPr dirty="0" sz="1500" spc="70" b="1">
                <a:latin typeface="Times New Roman"/>
                <a:cs typeface="Times New Roman"/>
              </a:rPr>
              <a:t> </a:t>
            </a:r>
            <a:r>
              <a:rPr dirty="0" sz="1500" spc="-30" b="1">
                <a:latin typeface="Times New Roman"/>
                <a:cs typeface="Times New Roman"/>
              </a:rPr>
              <a:t>Oversight:</a:t>
            </a:r>
            <a:r>
              <a:rPr dirty="0" sz="1500" spc="75" b="1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Centralizing</a:t>
            </a:r>
            <a:r>
              <a:rPr dirty="0" sz="1500" spc="7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sensitive </a:t>
            </a:r>
            <a:r>
              <a:rPr dirty="0" sz="1500">
                <a:latin typeface="Times New Roman"/>
                <a:cs typeface="Times New Roman"/>
              </a:rPr>
              <a:t>multi-source</a:t>
            </a:r>
            <a:r>
              <a:rPr dirty="0" sz="1500" spc="150">
                <a:latin typeface="Times New Roman"/>
                <a:cs typeface="Times New Roman"/>
              </a:rPr>
              <a:t> </a:t>
            </a:r>
            <a:r>
              <a:rPr dirty="0" sz="1500" spc="45">
                <a:latin typeface="Times New Roman"/>
                <a:cs typeface="Times New Roman"/>
              </a:rPr>
              <a:t>personal</a:t>
            </a:r>
            <a:r>
              <a:rPr dirty="0" sz="1500" spc="85">
                <a:latin typeface="Times New Roman"/>
                <a:cs typeface="Times New Roman"/>
              </a:rPr>
              <a:t> data </a:t>
            </a:r>
            <a:r>
              <a:rPr dirty="0" sz="1500">
                <a:latin typeface="Times New Roman"/>
                <a:cs typeface="Times New Roman"/>
              </a:rPr>
              <a:t>raises</a:t>
            </a:r>
            <a:r>
              <a:rPr dirty="0" sz="1500" spc="15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surveillance-</a:t>
            </a:r>
            <a:r>
              <a:rPr dirty="0" sz="1500" spc="10">
                <a:latin typeface="Times New Roman"/>
                <a:cs typeface="Times New Roman"/>
              </a:rPr>
              <a:t>overreach</a:t>
            </a:r>
            <a:r>
              <a:rPr dirty="0" sz="1500" spc="160">
                <a:latin typeface="Times New Roman"/>
                <a:cs typeface="Times New Roman"/>
              </a:rPr>
              <a:t> </a:t>
            </a:r>
            <a:r>
              <a:rPr dirty="0" sz="1500" spc="10">
                <a:latin typeface="Times New Roman"/>
                <a:cs typeface="Times New Roman"/>
              </a:rPr>
              <a:t>concerns</a:t>
            </a:r>
            <a:r>
              <a:rPr dirty="0" sz="1500" spc="160">
                <a:latin typeface="Times New Roman"/>
                <a:cs typeface="Times New Roman"/>
              </a:rPr>
              <a:t> </a:t>
            </a:r>
            <a:r>
              <a:rPr dirty="0" sz="1500" spc="85">
                <a:latin typeface="Times New Roman"/>
                <a:cs typeface="Times New Roman"/>
              </a:rPr>
              <a:t>that</a:t>
            </a:r>
            <a:r>
              <a:rPr dirty="0" sz="1500" spc="160">
                <a:latin typeface="Times New Roman"/>
                <a:cs typeface="Times New Roman"/>
              </a:rPr>
              <a:t> </a:t>
            </a:r>
            <a:r>
              <a:rPr dirty="0" sz="1500" spc="10">
                <a:latin typeface="Times New Roman"/>
                <a:cs typeface="Times New Roman"/>
              </a:rPr>
              <a:t>need</a:t>
            </a:r>
            <a:r>
              <a:rPr dirty="0" sz="1500" spc="160">
                <a:latin typeface="Times New Roman"/>
                <a:cs typeface="Times New Roman"/>
              </a:rPr>
              <a:t> </a:t>
            </a:r>
            <a:r>
              <a:rPr dirty="0" sz="1500" spc="10">
                <a:latin typeface="Times New Roman"/>
                <a:cs typeface="Times New Roman"/>
              </a:rPr>
              <a:t>strict</a:t>
            </a:r>
            <a:r>
              <a:rPr dirty="0" sz="1500" spc="16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access </a:t>
            </a:r>
            <a:r>
              <a:rPr dirty="0" sz="1500" spc="45">
                <a:latin typeface="Times New Roman"/>
                <a:cs typeface="Times New Roman"/>
              </a:rPr>
              <a:t>controls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 spc="80">
                <a:latin typeface="Times New Roman"/>
                <a:cs typeface="Times New Roman"/>
              </a:rPr>
              <a:t>and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 spc="60">
                <a:latin typeface="Times New Roman"/>
                <a:cs typeface="Times New Roman"/>
              </a:rPr>
              <a:t>audit</a:t>
            </a:r>
            <a:r>
              <a:rPr dirty="0" sz="1500" spc="2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accountability.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4925" y="3048565"/>
            <a:ext cx="3545204" cy="851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350" b="1">
                <a:latin typeface="Times New Roman"/>
                <a:cs typeface="Times New Roman"/>
              </a:rPr>
              <a:t>Data</a:t>
            </a:r>
            <a:r>
              <a:rPr dirty="0" sz="1350" spc="204" b="1">
                <a:latin typeface="Times New Roman"/>
                <a:cs typeface="Times New Roman"/>
              </a:rPr>
              <a:t>  </a:t>
            </a:r>
            <a:r>
              <a:rPr dirty="0" sz="1350" b="1">
                <a:latin typeface="Times New Roman"/>
                <a:cs typeface="Times New Roman"/>
              </a:rPr>
              <a:t>Quality</a:t>
            </a:r>
            <a:r>
              <a:rPr dirty="0" sz="1350" spc="210" b="1">
                <a:latin typeface="Times New Roman"/>
                <a:cs typeface="Times New Roman"/>
              </a:rPr>
              <a:t>  </a:t>
            </a:r>
            <a:r>
              <a:rPr dirty="0" sz="1350" b="1">
                <a:latin typeface="Times New Roman"/>
                <a:cs typeface="Times New Roman"/>
              </a:rPr>
              <a:t>Variance:</a:t>
            </a:r>
            <a:r>
              <a:rPr dirty="0" sz="1350" spc="210" b="1">
                <a:latin typeface="Times New Roman"/>
                <a:cs typeface="Times New Roman"/>
              </a:rPr>
              <a:t>  </a:t>
            </a:r>
            <a:r>
              <a:rPr dirty="0" sz="1350">
                <a:latin typeface="Times New Roman"/>
                <a:cs typeface="Times New Roman"/>
              </a:rPr>
              <a:t>Real-world</a:t>
            </a:r>
            <a:r>
              <a:rPr dirty="0" sz="1350" spc="204">
                <a:latin typeface="Times New Roman"/>
                <a:cs typeface="Times New Roman"/>
              </a:rPr>
              <a:t>  </a:t>
            </a:r>
            <a:r>
              <a:rPr dirty="0" sz="1350" spc="-10">
                <a:latin typeface="Times New Roman"/>
                <a:cs typeface="Times New Roman"/>
              </a:rPr>
              <a:t>CCTV, </a:t>
            </a:r>
            <a:r>
              <a:rPr dirty="0" sz="1350">
                <a:latin typeface="Times New Roman"/>
                <a:cs typeface="Times New Roman"/>
              </a:rPr>
              <a:t>wiretap,</a:t>
            </a:r>
            <a:r>
              <a:rPr dirty="0" sz="1350" spc="370">
                <a:latin typeface="Times New Roman"/>
                <a:cs typeface="Times New Roman"/>
              </a:rPr>
              <a:t> </a:t>
            </a:r>
            <a:r>
              <a:rPr dirty="0" sz="1350" spc="70">
                <a:latin typeface="Times New Roman"/>
                <a:cs typeface="Times New Roman"/>
              </a:rPr>
              <a:t>and</a:t>
            </a:r>
            <a:r>
              <a:rPr dirty="0" sz="1350" spc="37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scanned</a:t>
            </a:r>
            <a:r>
              <a:rPr dirty="0" sz="1350" spc="375">
                <a:latin typeface="Times New Roman"/>
                <a:cs typeface="Times New Roman"/>
              </a:rPr>
              <a:t> </a:t>
            </a:r>
            <a:r>
              <a:rPr dirty="0" sz="1350" spc="85">
                <a:latin typeface="Times New Roman"/>
                <a:cs typeface="Times New Roman"/>
              </a:rPr>
              <a:t>FIRs</a:t>
            </a:r>
            <a:r>
              <a:rPr dirty="0" sz="1350" spc="37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are</a:t>
            </a:r>
            <a:r>
              <a:rPr dirty="0" sz="1350" spc="37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often</a:t>
            </a:r>
            <a:r>
              <a:rPr dirty="0" sz="1350" spc="37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noisy</a:t>
            </a:r>
            <a:r>
              <a:rPr dirty="0" sz="1350" spc="370">
                <a:latin typeface="Times New Roman"/>
                <a:cs typeface="Times New Roman"/>
              </a:rPr>
              <a:t> </a:t>
            </a:r>
            <a:r>
              <a:rPr dirty="0" sz="1350" spc="45">
                <a:latin typeface="Times New Roman"/>
                <a:cs typeface="Times New Roman"/>
              </a:rPr>
              <a:t>or </a:t>
            </a:r>
            <a:r>
              <a:rPr dirty="0" sz="1350">
                <a:latin typeface="Times New Roman"/>
                <a:cs typeface="Times New Roman"/>
              </a:rPr>
              <a:t>incomplete,</a:t>
            </a:r>
            <a:r>
              <a:rPr dirty="0" sz="1350" spc="275">
                <a:latin typeface="Times New Roman"/>
                <a:cs typeface="Times New Roman"/>
              </a:rPr>
              <a:t>  </a:t>
            </a:r>
            <a:r>
              <a:rPr dirty="0" sz="1350">
                <a:latin typeface="Times New Roman"/>
                <a:cs typeface="Times New Roman"/>
              </a:rPr>
              <a:t>which</a:t>
            </a:r>
            <a:r>
              <a:rPr dirty="0" sz="1350" spc="280">
                <a:latin typeface="Times New Roman"/>
                <a:cs typeface="Times New Roman"/>
              </a:rPr>
              <a:t>  </a:t>
            </a:r>
            <a:r>
              <a:rPr dirty="0" sz="1350">
                <a:latin typeface="Times New Roman"/>
                <a:cs typeface="Times New Roman"/>
              </a:rPr>
              <a:t>can</a:t>
            </a:r>
            <a:r>
              <a:rPr dirty="0" sz="1350" spc="280">
                <a:latin typeface="Times New Roman"/>
                <a:cs typeface="Times New Roman"/>
              </a:rPr>
              <a:t>  </a:t>
            </a:r>
            <a:r>
              <a:rPr dirty="0" sz="1350">
                <a:latin typeface="Times New Roman"/>
                <a:cs typeface="Times New Roman"/>
              </a:rPr>
              <a:t>degrade</a:t>
            </a:r>
            <a:r>
              <a:rPr dirty="0" sz="1350" spc="280">
                <a:latin typeface="Times New Roman"/>
                <a:cs typeface="Times New Roman"/>
              </a:rPr>
              <a:t>  </a:t>
            </a:r>
            <a:r>
              <a:rPr dirty="0" sz="1350">
                <a:latin typeface="Times New Roman"/>
                <a:cs typeface="Times New Roman"/>
              </a:rPr>
              <a:t>fusion</a:t>
            </a:r>
            <a:r>
              <a:rPr dirty="0" sz="1350" spc="275">
                <a:latin typeface="Times New Roman"/>
                <a:cs typeface="Times New Roman"/>
              </a:rPr>
              <a:t>  </a:t>
            </a:r>
            <a:r>
              <a:rPr dirty="0" sz="1350" spc="45">
                <a:latin typeface="Times New Roman"/>
                <a:cs typeface="Times New Roman"/>
              </a:rPr>
              <a:t>and </a:t>
            </a:r>
            <a:r>
              <a:rPr dirty="0" sz="1350">
                <a:latin typeface="Times New Roman"/>
                <a:cs typeface="Times New Roman"/>
              </a:rPr>
              <a:t>matching</a:t>
            </a:r>
            <a:r>
              <a:rPr dirty="0" sz="1350" spc="31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accuracy.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209" y="5775161"/>
            <a:ext cx="4154804" cy="93726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195"/>
              </a:spcBef>
            </a:pPr>
            <a:r>
              <a:rPr dirty="0" sz="1500" spc="-30" b="1">
                <a:latin typeface="Times New Roman"/>
                <a:cs typeface="Times New Roman"/>
              </a:rPr>
              <a:t>Evidentiary</a:t>
            </a:r>
            <a:r>
              <a:rPr dirty="0" sz="1500" spc="125" b="1">
                <a:latin typeface="Times New Roman"/>
                <a:cs typeface="Times New Roman"/>
              </a:rPr>
              <a:t> </a:t>
            </a:r>
            <a:r>
              <a:rPr dirty="0" sz="1500" spc="-30" b="1">
                <a:latin typeface="Times New Roman"/>
                <a:cs typeface="Times New Roman"/>
              </a:rPr>
              <a:t>Admissibility:</a:t>
            </a:r>
            <a:r>
              <a:rPr dirty="0" sz="1500" spc="130" b="1">
                <a:latin typeface="Times New Roman"/>
                <a:cs typeface="Times New Roman"/>
              </a:rPr>
              <a:t> </a:t>
            </a:r>
            <a:r>
              <a:rPr dirty="0" sz="1500" spc="50">
                <a:latin typeface="Times New Roman"/>
                <a:cs typeface="Times New Roman"/>
              </a:rPr>
              <a:t>AI-</a:t>
            </a:r>
            <a:r>
              <a:rPr dirty="0" sz="1500">
                <a:latin typeface="Times New Roman"/>
                <a:cs typeface="Times New Roman"/>
              </a:rPr>
              <a:t>generated</a:t>
            </a:r>
            <a:r>
              <a:rPr dirty="0" sz="1500" spc="1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leads</a:t>
            </a:r>
            <a:r>
              <a:rPr dirty="0" sz="1500" spc="125">
                <a:latin typeface="Times New Roman"/>
                <a:cs typeface="Times New Roman"/>
              </a:rPr>
              <a:t> </a:t>
            </a:r>
            <a:r>
              <a:rPr dirty="0" sz="1500" spc="35">
                <a:latin typeface="Times New Roman"/>
                <a:cs typeface="Times New Roman"/>
              </a:rPr>
              <a:t>must </a:t>
            </a:r>
            <a:r>
              <a:rPr dirty="0" sz="1500" spc="10">
                <a:latin typeface="Times New Roman"/>
                <a:cs typeface="Times New Roman"/>
              </a:rPr>
              <a:t>meet</a:t>
            </a:r>
            <a:r>
              <a:rPr dirty="0" sz="1500" spc="90">
                <a:latin typeface="Times New Roman"/>
                <a:cs typeface="Times New Roman"/>
              </a:rPr>
              <a:t> </a:t>
            </a:r>
            <a:r>
              <a:rPr dirty="0" sz="1500" spc="70">
                <a:latin typeface="Times New Roman"/>
                <a:cs typeface="Times New Roman"/>
              </a:rPr>
              <a:t>courtroom</a:t>
            </a:r>
            <a:r>
              <a:rPr dirty="0" sz="1500" spc="90">
                <a:latin typeface="Times New Roman"/>
                <a:cs typeface="Times New Roman"/>
              </a:rPr>
              <a:t> </a:t>
            </a:r>
            <a:r>
              <a:rPr dirty="0" sz="1500" spc="60">
                <a:latin typeface="Times New Roman"/>
                <a:cs typeface="Times New Roman"/>
              </a:rPr>
              <a:t>standards</a:t>
            </a:r>
            <a:r>
              <a:rPr dirty="0" sz="1500" spc="95">
                <a:latin typeface="Times New Roman"/>
                <a:cs typeface="Times New Roman"/>
              </a:rPr>
              <a:t> </a:t>
            </a:r>
            <a:r>
              <a:rPr dirty="0" sz="1500" spc="50">
                <a:latin typeface="Times New Roman"/>
                <a:cs typeface="Times New Roman"/>
              </a:rPr>
              <a:t>for</a:t>
            </a:r>
            <a:r>
              <a:rPr dirty="0" sz="1500" spc="90">
                <a:latin typeface="Times New Roman"/>
                <a:cs typeface="Times New Roman"/>
              </a:rPr>
              <a:t> </a:t>
            </a:r>
            <a:r>
              <a:rPr dirty="0" sz="1500" spc="10">
                <a:latin typeface="Times New Roman"/>
                <a:cs typeface="Times New Roman"/>
              </a:rPr>
              <a:t>explainability</a:t>
            </a:r>
            <a:r>
              <a:rPr dirty="0" sz="1500" spc="95">
                <a:latin typeface="Times New Roman"/>
                <a:cs typeface="Times New Roman"/>
              </a:rPr>
              <a:t> </a:t>
            </a:r>
            <a:r>
              <a:rPr dirty="0" sz="1500" spc="55">
                <a:latin typeface="Times New Roman"/>
                <a:cs typeface="Times New Roman"/>
              </a:rPr>
              <a:t>and </a:t>
            </a:r>
            <a:r>
              <a:rPr dirty="0" sz="1500">
                <a:latin typeface="Times New Roman"/>
                <a:cs typeface="Times New Roman"/>
              </a:rPr>
              <a:t>chain-of-custody,</a:t>
            </a:r>
            <a:r>
              <a:rPr dirty="0" sz="1500" spc="175">
                <a:latin typeface="Times New Roman"/>
                <a:cs typeface="Times New Roman"/>
              </a:rPr>
              <a:t> </a:t>
            </a:r>
            <a:r>
              <a:rPr dirty="0" sz="1500" spc="90">
                <a:latin typeface="Times New Roman"/>
                <a:cs typeface="Times New Roman"/>
              </a:rPr>
              <a:t>a</a:t>
            </a:r>
            <a:r>
              <a:rPr dirty="0" sz="1500" spc="18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higher</a:t>
            </a:r>
            <a:r>
              <a:rPr dirty="0" sz="1500" spc="180">
                <a:latin typeface="Times New Roman"/>
                <a:cs typeface="Times New Roman"/>
              </a:rPr>
              <a:t> </a:t>
            </a:r>
            <a:r>
              <a:rPr dirty="0" sz="1500" spc="80">
                <a:latin typeface="Times New Roman"/>
                <a:cs typeface="Times New Roman"/>
              </a:rPr>
              <a:t>bar</a:t>
            </a:r>
            <a:r>
              <a:rPr dirty="0" sz="1500" spc="180">
                <a:latin typeface="Times New Roman"/>
                <a:cs typeface="Times New Roman"/>
              </a:rPr>
              <a:t> </a:t>
            </a:r>
            <a:r>
              <a:rPr dirty="0" sz="1500" spc="80">
                <a:latin typeface="Times New Roman"/>
                <a:cs typeface="Times New Roman"/>
              </a:rPr>
              <a:t>than</a:t>
            </a:r>
            <a:r>
              <a:rPr dirty="0" sz="1500" spc="18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typical</a:t>
            </a:r>
            <a:r>
              <a:rPr dirty="0" sz="1500" spc="50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analytics</a:t>
            </a:r>
            <a:r>
              <a:rPr dirty="0" sz="1500" spc="310">
                <a:latin typeface="Times New Roman"/>
                <a:cs typeface="Times New Roman"/>
              </a:rPr>
              <a:t> </a:t>
            </a:r>
            <a:r>
              <a:rPr dirty="0" sz="1500" spc="60">
                <a:latin typeface="Times New Roman"/>
                <a:cs typeface="Times New Roman"/>
              </a:rPr>
              <a:t>output.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66300" y="4102800"/>
            <a:ext cx="6023610" cy="170815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889"/>
              </a:lnSpc>
              <a:spcBef>
                <a:spcPts val="190"/>
              </a:spcBef>
            </a:pPr>
            <a:r>
              <a:rPr dirty="0" sz="1600">
                <a:latin typeface="Times New Roman"/>
                <a:cs typeface="Times New Roman"/>
              </a:rPr>
              <a:t>L</a:t>
            </a:r>
            <a:r>
              <a:rPr dirty="0" sz="1600" b="1">
                <a:latin typeface="Times New Roman"/>
                <a:cs typeface="Times New Roman"/>
              </a:rPr>
              <a:t>LM</a:t>
            </a:r>
            <a:r>
              <a:rPr dirty="0" sz="1600" spc="45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Hallucination</a:t>
            </a:r>
            <a:r>
              <a:rPr dirty="0" sz="1600" spc="5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in</a:t>
            </a:r>
            <a:r>
              <a:rPr dirty="0" sz="1600" spc="55" b="1">
                <a:latin typeface="Times New Roman"/>
                <a:cs typeface="Times New Roman"/>
              </a:rPr>
              <a:t> </a:t>
            </a:r>
            <a:r>
              <a:rPr dirty="0" sz="1600" spc="-60" b="1">
                <a:latin typeface="Times New Roman"/>
                <a:cs typeface="Times New Roman"/>
              </a:rPr>
              <a:t>Graph</a:t>
            </a:r>
            <a:r>
              <a:rPr dirty="0" sz="1600" spc="55" b="1">
                <a:latin typeface="Times New Roman"/>
                <a:cs typeface="Times New Roman"/>
              </a:rPr>
              <a:t> </a:t>
            </a:r>
            <a:r>
              <a:rPr dirty="0" sz="1600" spc="-40" b="1">
                <a:latin typeface="Times New Roman"/>
                <a:cs typeface="Times New Roman"/>
              </a:rPr>
              <a:t>Construction</a:t>
            </a:r>
            <a:r>
              <a:rPr dirty="0" sz="1600" spc="55" b="1">
                <a:latin typeface="Times New Roman"/>
                <a:cs typeface="Times New Roman"/>
              </a:rPr>
              <a:t> </a:t>
            </a:r>
            <a:r>
              <a:rPr dirty="0" sz="750" spc="944" b="1">
                <a:latin typeface="Arial"/>
                <a:cs typeface="Arial"/>
              </a:rPr>
              <a:t>→</a:t>
            </a:r>
            <a:r>
              <a:rPr dirty="0" sz="750" spc="145" b="1">
                <a:latin typeface="Arial"/>
                <a:cs typeface="Arial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highest-risk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failure </a:t>
            </a:r>
            <a:r>
              <a:rPr dirty="0" sz="1600" spc="10">
                <a:latin typeface="Times New Roman"/>
                <a:cs typeface="Times New Roman"/>
              </a:rPr>
              <a:t>mode:</a:t>
            </a:r>
            <a:r>
              <a:rPr dirty="0" sz="1600" spc="85">
                <a:latin typeface="Times New Roman"/>
                <a:cs typeface="Times New Roman"/>
              </a:rPr>
              <a:t> a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misread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relationship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(e.g.,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victim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tagged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as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 spc="50">
                <a:latin typeface="Times New Roman"/>
                <a:cs typeface="Times New Roman"/>
              </a:rPr>
              <a:t>perpetrator)</a:t>
            </a:r>
            <a:r>
              <a:rPr dirty="0" sz="1600" spc="8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can </a:t>
            </a:r>
            <a:r>
              <a:rPr dirty="0" sz="1600">
                <a:latin typeface="Times New Roman"/>
                <a:cs typeface="Times New Roman"/>
              </a:rPr>
              <a:t>silently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poison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entire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 spc="50">
                <a:latin typeface="Times New Roman"/>
                <a:cs typeface="Times New Roman"/>
              </a:rPr>
              <a:t>graph.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Mitigated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 spc="45">
                <a:latin typeface="Times New Roman"/>
                <a:cs typeface="Times New Roman"/>
              </a:rPr>
              <a:t>structured</a:t>
            </a:r>
            <a:r>
              <a:rPr dirty="0" sz="1600" spc="140">
                <a:latin typeface="Times New Roman"/>
                <a:cs typeface="Times New Roman"/>
              </a:rPr>
              <a:t> </a:t>
            </a:r>
            <a:r>
              <a:rPr dirty="0" sz="1600" spc="45">
                <a:latin typeface="Times New Roman"/>
                <a:cs typeface="Times New Roman"/>
              </a:rPr>
              <a:t>JSON-</a:t>
            </a:r>
            <a:r>
              <a:rPr dirty="0" sz="1600">
                <a:latin typeface="Times New Roman"/>
                <a:cs typeface="Times New Roman"/>
              </a:rPr>
              <a:t>schema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enforcement</a:t>
            </a:r>
            <a:r>
              <a:rPr dirty="0" sz="1600" spc="75">
                <a:latin typeface="Times New Roman"/>
                <a:cs typeface="Times New Roman"/>
              </a:rPr>
              <a:t> on </a:t>
            </a:r>
            <a:r>
              <a:rPr dirty="0" sz="1600">
                <a:latin typeface="Times New Roman"/>
                <a:cs typeface="Times New Roman"/>
              </a:rPr>
              <a:t>every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AI-</a:t>
            </a:r>
            <a:r>
              <a:rPr dirty="0" sz="1600" spc="50">
                <a:latin typeface="Times New Roman"/>
                <a:cs typeface="Times New Roman"/>
              </a:rPr>
              <a:t>proposed </a:t>
            </a:r>
            <a:r>
              <a:rPr dirty="0" sz="1600">
                <a:latin typeface="Times New Roman"/>
                <a:cs typeface="Times New Roman"/>
              </a:rPr>
              <a:t>edge,</a:t>
            </a:r>
            <a:r>
              <a:rPr dirty="0" sz="1600" spc="65">
                <a:latin typeface="Times New Roman"/>
                <a:cs typeface="Times New Roman"/>
              </a:rPr>
              <a:t> mandatory </a:t>
            </a:r>
            <a:r>
              <a:rPr dirty="0" sz="1600" spc="60">
                <a:latin typeface="Times New Roman"/>
                <a:cs typeface="Times New Roman"/>
              </a:rPr>
              <a:t>Human-</a:t>
            </a:r>
            <a:r>
              <a:rPr dirty="0" sz="1600">
                <a:latin typeface="Times New Roman"/>
                <a:cs typeface="Times New Roman"/>
              </a:rPr>
              <a:t>in-the-</a:t>
            </a:r>
            <a:r>
              <a:rPr dirty="0" sz="1600" spc="75">
                <a:latin typeface="Times New Roman"/>
                <a:cs typeface="Times New Roman"/>
              </a:rPr>
              <a:t>Loop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 spc="55">
                <a:latin typeface="Times New Roman"/>
                <a:cs typeface="Times New Roman"/>
              </a:rPr>
              <a:t>quarantine</a:t>
            </a:r>
            <a:r>
              <a:rPr dirty="0" sz="1600" spc="11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before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 spc="60">
                <a:latin typeface="Times New Roman"/>
                <a:cs typeface="Times New Roman"/>
              </a:rPr>
              <a:t>graph</a:t>
            </a:r>
            <a:r>
              <a:rPr dirty="0" sz="1600" spc="11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writes,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 spc="75">
                <a:latin typeface="Times New Roman"/>
                <a:cs typeface="Times New Roman"/>
              </a:rPr>
              <a:t>and</a:t>
            </a:r>
            <a:r>
              <a:rPr dirty="0" sz="1600" spc="11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confidence-</a:t>
            </a:r>
            <a:r>
              <a:rPr dirty="0" sz="1600" spc="-10">
                <a:latin typeface="Times New Roman"/>
                <a:cs typeface="Times New Roman"/>
              </a:rPr>
              <a:t>based </a:t>
            </a:r>
            <a:r>
              <a:rPr dirty="0" sz="1600" spc="45">
                <a:latin typeface="Times New Roman"/>
                <a:cs typeface="Times New Roman"/>
              </a:rPr>
              <a:t>routing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(auto-commit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only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above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 spc="85">
                <a:latin typeface="Times New Roman"/>
                <a:cs typeface="Times New Roman"/>
              </a:rPr>
              <a:t>a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high</a:t>
            </a:r>
            <a:r>
              <a:rPr dirty="0" sz="1600" spc="155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threshold,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 spc="10">
                <a:latin typeface="Times New Roman"/>
                <a:cs typeface="Times New Roman"/>
              </a:rPr>
              <a:t>everything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else </a:t>
            </a:r>
            <a:r>
              <a:rPr dirty="0" sz="1600">
                <a:latin typeface="Times New Roman"/>
                <a:cs typeface="Times New Roman"/>
              </a:rPr>
              <a:t>held</a:t>
            </a:r>
            <a:r>
              <a:rPr dirty="0" sz="1600" spc="1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1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review).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06076" y="2547721"/>
            <a:ext cx="6216650" cy="102489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370205" marR="5080" indent="-358140">
              <a:lnSpc>
                <a:spcPts val="1960"/>
              </a:lnSpc>
              <a:spcBef>
                <a:spcPts val="185"/>
              </a:spcBef>
            </a:pPr>
            <a:r>
              <a:rPr dirty="0" sz="1650" b="1">
                <a:latin typeface="Times New Roman"/>
                <a:cs typeface="Times New Roman"/>
              </a:rPr>
              <a:t>Data</a:t>
            </a:r>
            <a:r>
              <a:rPr dirty="0" sz="1650" spc="7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Quality</a:t>
            </a:r>
            <a:r>
              <a:rPr dirty="0" sz="1650" spc="80" b="1">
                <a:latin typeface="Times New Roman"/>
                <a:cs typeface="Times New Roman"/>
              </a:rPr>
              <a:t> </a:t>
            </a:r>
            <a:r>
              <a:rPr dirty="0" sz="1650" spc="-20" b="1">
                <a:latin typeface="Times New Roman"/>
                <a:cs typeface="Times New Roman"/>
              </a:rPr>
              <a:t>Gate:</a:t>
            </a:r>
            <a:r>
              <a:rPr dirty="0" sz="1650" spc="75" b="1">
                <a:latin typeface="Times New Roman"/>
                <a:cs typeface="Times New Roman"/>
              </a:rPr>
              <a:t> </a:t>
            </a:r>
            <a:r>
              <a:rPr dirty="0" sz="1650" spc="55">
                <a:latin typeface="Times New Roman"/>
                <a:cs typeface="Times New Roman"/>
              </a:rPr>
              <a:t>Multimodal</a:t>
            </a:r>
            <a:r>
              <a:rPr dirty="0" sz="1650" spc="8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inputs</a:t>
            </a:r>
            <a:r>
              <a:rPr dirty="0" sz="1650" spc="8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filtered</a:t>
            </a:r>
            <a:r>
              <a:rPr dirty="0" sz="1650" spc="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before</a:t>
            </a:r>
            <a:r>
              <a:rPr dirty="0" sz="1650" spc="80">
                <a:latin typeface="Times New Roman"/>
                <a:cs typeface="Times New Roman"/>
              </a:rPr>
              <a:t> </a:t>
            </a:r>
            <a:r>
              <a:rPr dirty="0" sz="1650" spc="60">
                <a:latin typeface="Times New Roman"/>
                <a:cs typeface="Times New Roman"/>
              </a:rPr>
              <a:t>graph</a:t>
            </a:r>
            <a:r>
              <a:rPr dirty="0" sz="1650" spc="7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ingestion </a:t>
            </a:r>
            <a:r>
              <a:rPr dirty="0" sz="1650">
                <a:latin typeface="Times New Roman"/>
                <a:cs typeface="Times New Roman"/>
              </a:rPr>
              <a:t>Text:</a:t>
            </a:r>
            <a:r>
              <a:rPr dirty="0" sz="1650" spc="95">
                <a:latin typeface="Times New Roman"/>
                <a:cs typeface="Times New Roman"/>
              </a:rPr>
              <a:t> </a:t>
            </a:r>
            <a:r>
              <a:rPr dirty="0" sz="1650" spc="110">
                <a:latin typeface="Times New Roman"/>
                <a:cs typeface="Times New Roman"/>
              </a:rPr>
              <a:t>OCR</a:t>
            </a:r>
            <a:r>
              <a:rPr dirty="0" sz="1650" spc="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fallback</a:t>
            </a:r>
            <a:r>
              <a:rPr dirty="0" sz="1650" spc="10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(Tesseract</a:t>
            </a:r>
            <a:r>
              <a:rPr dirty="0" sz="1650" spc="95">
                <a:latin typeface="Times New Roman"/>
                <a:cs typeface="Times New Roman"/>
              </a:rPr>
              <a:t> </a:t>
            </a:r>
            <a:r>
              <a:rPr dirty="0" sz="750" spc="1035">
                <a:latin typeface="Lucida Sans Unicode"/>
                <a:cs typeface="Lucida Sans Unicode"/>
              </a:rPr>
              <a:t>→</a:t>
            </a:r>
            <a:r>
              <a:rPr dirty="0" sz="750" spc="155">
                <a:latin typeface="Lucida Sans Unicode"/>
                <a:cs typeface="Lucida Sans Unicode"/>
              </a:rPr>
              <a:t> </a:t>
            </a:r>
            <a:r>
              <a:rPr dirty="0" sz="1650" spc="50">
                <a:latin typeface="Times New Roman"/>
                <a:cs typeface="Times New Roman"/>
              </a:rPr>
              <a:t>LLaVA)</a:t>
            </a:r>
            <a:r>
              <a:rPr dirty="0" sz="1650" spc="95">
                <a:latin typeface="Times New Roman"/>
                <a:cs typeface="Times New Roman"/>
              </a:rPr>
              <a:t> </a:t>
            </a:r>
            <a:r>
              <a:rPr dirty="0" sz="1650" spc="80">
                <a:latin typeface="Times New Roman"/>
                <a:cs typeface="Times New Roman"/>
              </a:rPr>
              <a:t>on</a:t>
            </a:r>
            <a:r>
              <a:rPr dirty="0" sz="1650" spc="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low</a:t>
            </a:r>
            <a:r>
              <a:rPr dirty="0" sz="1650" spc="10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confidence </a:t>
            </a:r>
            <a:r>
              <a:rPr dirty="0" sz="1650" spc="10">
                <a:latin typeface="Times New Roman"/>
                <a:cs typeface="Times New Roman"/>
              </a:rPr>
              <a:t>Images:</a:t>
            </a:r>
            <a:r>
              <a:rPr dirty="0" sz="1650" spc="100">
                <a:latin typeface="Times New Roman"/>
                <a:cs typeface="Times New Roman"/>
              </a:rPr>
              <a:t> </a:t>
            </a:r>
            <a:r>
              <a:rPr dirty="0" sz="1650" spc="50">
                <a:latin typeface="Times New Roman"/>
                <a:cs typeface="Times New Roman"/>
              </a:rPr>
              <a:t>YOLOv8</a:t>
            </a:r>
            <a:r>
              <a:rPr dirty="0" sz="1650" spc="105">
                <a:latin typeface="Times New Roman"/>
                <a:cs typeface="Times New Roman"/>
              </a:rPr>
              <a:t> </a:t>
            </a:r>
            <a:r>
              <a:rPr dirty="0" sz="1650" spc="10">
                <a:latin typeface="Times New Roman"/>
                <a:cs typeface="Times New Roman"/>
              </a:rPr>
              <a:t>with</a:t>
            </a:r>
            <a:r>
              <a:rPr dirty="0" sz="1650" spc="105">
                <a:latin typeface="Times New Roman"/>
                <a:cs typeface="Times New Roman"/>
              </a:rPr>
              <a:t> </a:t>
            </a:r>
            <a:r>
              <a:rPr dirty="0" sz="1650" spc="10">
                <a:latin typeface="Times New Roman"/>
                <a:cs typeface="Times New Roman"/>
              </a:rPr>
              <a:t>confidence</a:t>
            </a:r>
            <a:r>
              <a:rPr dirty="0" sz="1650" spc="100">
                <a:latin typeface="Times New Roman"/>
                <a:cs typeface="Times New Roman"/>
              </a:rPr>
              <a:t> </a:t>
            </a:r>
            <a:r>
              <a:rPr dirty="0" sz="1650" spc="10">
                <a:latin typeface="Times New Roman"/>
                <a:cs typeface="Times New Roman"/>
              </a:rPr>
              <a:t>thresholds</a:t>
            </a:r>
            <a:r>
              <a:rPr dirty="0" sz="1650" spc="105">
                <a:latin typeface="Times New Roman"/>
                <a:cs typeface="Times New Roman"/>
              </a:rPr>
              <a:t> </a:t>
            </a:r>
            <a:r>
              <a:rPr dirty="0" sz="1650" spc="50">
                <a:latin typeface="Times New Roman"/>
                <a:cs typeface="Times New Roman"/>
              </a:rPr>
              <a:t>for</a:t>
            </a:r>
            <a:r>
              <a:rPr dirty="0" sz="1650" spc="105">
                <a:latin typeface="Times New Roman"/>
                <a:cs typeface="Times New Roman"/>
              </a:rPr>
              <a:t> </a:t>
            </a:r>
            <a:r>
              <a:rPr dirty="0" sz="1650" spc="10">
                <a:latin typeface="Times New Roman"/>
                <a:cs typeface="Times New Roman"/>
              </a:rPr>
              <a:t>visual</a:t>
            </a:r>
            <a:r>
              <a:rPr dirty="0" sz="1650" spc="10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evidence </a:t>
            </a:r>
            <a:r>
              <a:rPr dirty="0" sz="1650">
                <a:latin typeface="Times New Roman"/>
                <a:cs typeface="Times New Roman"/>
              </a:rPr>
              <a:t>Audio:</a:t>
            </a:r>
            <a:r>
              <a:rPr dirty="0" sz="1650" spc="2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Whisper</a:t>
            </a:r>
            <a:r>
              <a:rPr dirty="0" sz="1650" spc="245">
                <a:latin typeface="Times New Roman"/>
                <a:cs typeface="Times New Roman"/>
              </a:rPr>
              <a:t> </a:t>
            </a:r>
            <a:r>
              <a:rPr dirty="0" sz="1650" spc="45">
                <a:latin typeface="Times New Roman"/>
                <a:cs typeface="Times New Roman"/>
              </a:rPr>
              <a:t>transcripts</a:t>
            </a:r>
            <a:r>
              <a:rPr dirty="0" sz="1650" spc="2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validated</a:t>
            </a:r>
            <a:r>
              <a:rPr dirty="0" sz="1650" spc="2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via</a:t>
            </a:r>
            <a:r>
              <a:rPr dirty="0" sz="1650" spc="2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word-error-</a:t>
            </a:r>
            <a:r>
              <a:rPr dirty="0" sz="1650" spc="55">
                <a:latin typeface="Times New Roman"/>
                <a:cs typeface="Times New Roman"/>
              </a:rPr>
              <a:t>rate</a:t>
            </a:r>
            <a:r>
              <a:rPr dirty="0" sz="1650" spc="24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checks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21964" y="5947963"/>
            <a:ext cx="4850130" cy="122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1499"/>
              </a:lnSpc>
              <a:spcBef>
                <a:spcPts val="100"/>
              </a:spcBef>
            </a:pPr>
            <a:r>
              <a:rPr dirty="0" sz="1550" b="1">
                <a:latin typeface="Times New Roman"/>
                <a:cs typeface="Times New Roman"/>
              </a:rPr>
              <a:t>Evidentiary</a:t>
            </a:r>
            <a:r>
              <a:rPr dirty="0" sz="1550" spc="340" b="1">
                <a:latin typeface="Times New Roman"/>
                <a:cs typeface="Times New Roman"/>
              </a:rPr>
              <a:t>  </a:t>
            </a:r>
            <a:r>
              <a:rPr dirty="0" sz="1550" b="1">
                <a:latin typeface="Times New Roman"/>
                <a:cs typeface="Times New Roman"/>
              </a:rPr>
              <a:t>Admissibility</a:t>
            </a:r>
            <a:r>
              <a:rPr dirty="0" sz="1550" spc="340" b="1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ensures</a:t>
            </a:r>
            <a:r>
              <a:rPr dirty="0" sz="1550" spc="345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every</a:t>
            </a:r>
            <a:r>
              <a:rPr dirty="0" sz="1550" spc="340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claim</a:t>
            </a:r>
            <a:r>
              <a:rPr dirty="0" sz="1550" spc="340">
                <a:latin typeface="Times New Roman"/>
                <a:cs typeface="Times New Roman"/>
              </a:rPr>
              <a:t>  </a:t>
            </a:r>
            <a:r>
              <a:rPr dirty="0" sz="1550" spc="35">
                <a:latin typeface="Times New Roman"/>
                <a:cs typeface="Times New Roman"/>
              </a:rPr>
              <a:t>has </a:t>
            </a:r>
            <a:r>
              <a:rPr dirty="0" sz="1550">
                <a:latin typeface="Times New Roman"/>
                <a:cs typeface="Times New Roman"/>
              </a:rPr>
              <a:t>deterministic</a:t>
            </a:r>
            <a:r>
              <a:rPr dirty="0" sz="1550" spc="160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citations</a:t>
            </a:r>
            <a:r>
              <a:rPr dirty="0" sz="1550" spc="160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(Neo4j</a:t>
            </a:r>
            <a:r>
              <a:rPr dirty="0" sz="1550" spc="160">
                <a:latin typeface="Times New Roman"/>
                <a:cs typeface="Times New Roman"/>
              </a:rPr>
              <a:t>  </a:t>
            </a:r>
            <a:r>
              <a:rPr dirty="0" sz="1550" spc="70">
                <a:latin typeface="Times New Roman"/>
                <a:cs typeface="Times New Roman"/>
              </a:rPr>
              <a:t>IDs,</a:t>
            </a:r>
            <a:r>
              <a:rPr dirty="0" sz="1550" spc="165">
                <a:latin typeface="Times New Roman"/>
                <a:cs typeface="Times New Roman"/>
              </a:rPr>
              <a:t>  </a:t>
            </a:r>
            <a:r>
              <a:rPr dirty="0" sz="1550" spc="145">
                <a:latin typeface="Times New Roman"/>
                <a:cs typeface="Times New Roman"/>
              </a:rPr>
              <a:t>FIR</a:t>
            </a:r>
            <a:r>
              <a:rPr dirty="0" sz="1550" spc="160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lines,</a:t>
            </a:r>
            <a:r>
              <a:rPr dirty="0" sz="1550" spc="160">
                <a:latin typeface="Times New Roman"/>
                <a:cs typeface="Times New Roman"/>
              </a:rPr>
              <a:t>  </a:t>
            </a:r>
            <a:r>
              <a:rPr dirty="0" sz="1550" spc="45">
                <a:latin typeface="Times New Roman"/>
                <a:cs typeface="Times New Roman"/>
              </a:rPr>
              <a:t>CCTV timestamps),</a:t>
            </a:r>
            <a:r>
              <a:rPr dirty="0" sz="1550" spc="105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every</a:t>
            </a:r>
            <a:r>
              <a:rPr dirty="0" sz="1550" spc="105">
                <a:latin typeface="Times New Roman"/>
                <a:cs typeface="Times New Roman"/>
              </a:rPr>
              <a:t>  </a:t>
            </a:r>
            <a:r>
              <a:rPr dirty="0" sz="1550" spc="70">
                <a:latin typeface="Times New Roman"/>
                <a:cs typeface="Times New Roman"/>
              </a:rPr>
              <a:t>graph</a:t>
            </a:r>
            <a:r>
              <a:rPr dirty="0" sz="1550" spc="110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edge</a:t>
            </a:r>
            <a:r>
              <a:rPr dirty="0" sz="1550" spc="105">
                <a:latin typeface="Times New Roman"/>
                <a:cs typeface="Times New Roman"/>
              </a:rPr>
              <a:t>  </a:t>
            </a:r>
            <a:r>
              <a:rPr dirty="0" sz="1550">
                <a:latin typeface="Times New Roman"/>
                <a:cs typeface="Times New Roman"/>
              </a:rPr>
              <a:t>is</a:t>
            </a:r>
            <a:r>
              <a:rPr dirty="0" sz="1550" spc="110">
                <a:latin typeface="Times New Roman"/>
                <a:cs typeface="Times New Roman"/>
              </a:rPr>
              <a:t>  </a:t>
            </a:r>
            <a:r>
              <a:rPr dirty="0" sz="1550" spc="75">
                <a:latin typeface="Times New Roman"/>
                <a:cs typeface="Times New Roman"/>
              </a:rPr>
              <a:t>human-</a:t>
            </a:r>
            <a:r>
              <a:rPr dirty="0" sz="1550">
                <a:latin typeface="Times New Roman"/>
                <a:cs typeface="Times New Roman"/>
              </a:rPr>
              <a:t>verified</a:t>
            </a:r>
            <a:r>
              <a:rPr dirty="0" sz="1550" spc="105">
                <a:latin typeface="Times New Roman"/>
                <a:cs typeface="Times New Roman"/>
              </a:rPr>
              <a:t>  </a:t>
            </a:r>
            <a:r>
              <a:rPr dirty="0" sz="1550" spc="35">
                <a:latin typeface="Times New Roman"/>
                <a:cs typeface="Times New Roman"/>
              </a:rPr>
              <a:t>for </a:t>
            </a:r>
            <a:r>
              <a:rPr dirty="0" sz="1550">
                <a:latin typeface="Times New Roman"/>
                <a:cs typeface="Times New Roman"/>
              </a:rPr>
              <a:t>casework,</a:t>
            </a:r>
            <a:r>
              <a:rPr dirty="0" sz="1550" spc="355">
                <a:latin typeface="Times New Roman"/>
                <a:cs typeface="Times New Roman"/>
              </a:rPr>
              <a:t> </a:t>
            </a:r>
            <a:r>
              <a:rPr dirty="0" sz="1550" spc="90">
                <a:latin typeface="Times New Roman"/>
                <a:cs typeface="Times New Roman"/>
              </a:rPr>
              <a:t>and</a:t>
            </a:r>
            <a:r>
              <a:rPr dirty="0" sz="1550" spc="370">
                <a:latin typeface="Times New Roman"/>
                <a:cs typeface="Times New Roman"/>
              </a:rPr>
              <a:t> </a:t>
            </a:r>
            <a:r>
              <a:rPr dirty="0" sz="1550" spc="95">
                <a:latin typeface="Times New Roman"/>
                <a:cs typeface="Times New Roman"/>
              </a:rPr>
              <a:t>a</a:t>
            </a:r>
            <a:r>
              <a:rPr dirty="0" sz="1550" spc="365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hash-</a:t>
            </a:r>
            <a:r>
              <a:rPr dirty="0" sz="1550" spc="45">
                <a:latin typeface="Times New Roman"/>
                <a:cs typeface="Times New Roman"/>
              </a:rPr>
              <a:t>chained</a:t>
            </a:r>
            <a:r>
              <a:rPr dirty="0" sz="1550" spc="370">
                <a:latin typeface="Times New Roman"/>
                <a:cs typeface="Times New Roman"/>
              </a:rPr>
              <a:t> </a:t>
            </a:r>
            <a:r>
              <a:rPr dirty="0" sz="1550" spc="70">
                <a:latin typeface="Times New Roman"/>
                <a:cs typeface="Times New Roman"/>
              </a:rPr>
              <a:t>audit</a:t>
            </a:r>
            <a:r>
              <a:rPr dirty="0" sz="1550" spc="365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trail</a:t>
            </a:r>
            <a:r>
              <a:rPr dirty="0" sz="1550" spc="3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preserves</a:t>
            </a:r>
            <a:r>
              <a:rPr dirty="0" sz="1550" spc="370">
                <a:latin typeface="Times New Roman"/>
                <a:cs typeface="Times New Roman"/>
              </a:rPr>
              <a:t> </a:t>
            </a:r>
            <a:r>
              <a:rPr dirty="0" sz="1550" spc="35">
                <a:latin typeface="Times New Roman"/>
                <a:cs typeface="Times New Roman"/>
              </a:rPr>
              <a:t>the </a:t>
            </a:r>
            <a:r>
              <a:rPr dirty="0" sz="1550">
                <a:latin typeface="Times New Roman"/>
                <a:cs typeface="Times New Roman"/>
              </a:rPr>
              <a:t>full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 spc="45">
                <a:latin typeface="Times New Roman"/>
                <a:cs typeface="Times New Roman"/>
              </a:rPr>
              <a:t>reasoning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chain—</a:t>
            </a:r>
            <a:r>
              <a:rPr dirty="0" sz="1550" spc="50">
                <a:latin typeface="Times New Roman"/>
                <a:cs typeface="Times New Roman"/>
              </a:rPr>
              <a:t>built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 spc="90">
                <a:latin typeface="Times New Roman"/>
                <a:cs typeface="Times New Roman"/>
              </a:rPr>
              <a:t>to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survive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cross-</a:t>
            </a:r>
            <a:r>
              <a:rPr dirty="0" sz="1550" spc="40">
                <a:latin typeface="Times New Roman"/>
                <a:cs typeface="Times New Roman"/>
              </a:rPr>
              <a:t>examination.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64660" y="767311"/>
            <a:ext cx="4404360" cy="118554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1810"/>
              </a:lnSpc>
              <a:spcBef>
                <a:spcPts val="210"/>
              </a:spcBef>
            </a:pPr>
            <a:r>
              <a:rPr dirty="0" sz="1550" spc="-30" b="1">
                <a:latin typeface="Times New Roman"/>
                <a:cs typeface="Times New Roman"/>
              </a:rPr>
              <a:t>Interagency</a:t>
            </a:r>
            <a:r>
              <a:rPr dirty="0" sz="1550" spc="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Data</a:t>
            </a:r>
            <a:r>
              <a:rPr dirty="0" sz="1550" spc="1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Access</a:t>
            </a:r>
            <a:r>
              <a:rPr dirty="0" sz="1550" spc="5" b="1">
                <a:latin typeface="Times New Roman"/>
                <a:cs typeface="Times New Roman"/>
              </a:rPr>
              <a:t> </a:t>
            </a:r>
            <a:r>
              <a:rPr dirty="0" sz="700" spc="1000">
                <a:latin typeface="Lucida Sans Unicode"/>
                <a:cs typeface="Lucida Sans Unicode"/>
              </a:rPr>
              <a:t>→</a:t>
            </a:r>
            <a:r>
              <a:rPr dirty="0" sz="700" spc="80">
                <a:latin typeface="Lucida Sans Unicode"/>
                <a:cs typeface="Lucida Sans Unicode"/>
              </a:rPr>
              <a:t> </a:t>
            </a:r>
            <a:r>
              <a:rPr dirty="0" sz="1550" spc="75">
                <a:latin typeface="Times New Roman"/>
                <a:cs typeface="Times New Roman"/>
              </a:rPr>
              <a:t>Formal</a:t>
            </a:r>
            <a:r>
              <a:rPr dirty="0" sz="1550" spc="10">
                <a:latin typeface="Times New Roman"/>
                <a:cs typeface="Times New Roman"/>
              </a:rPr>
              <a:t> </a:t>
            </a:r>
            <a:r>
              <a:rPr dirty="0" sz="1550" spc="95">
                <a:latin typeface="Times New Roman"/>
                <a:cs typeface="Times New Roman"/>
              </a:rPr>
              <a:t>MoUs</a:t>
            </a:r>
            <a:r>
              <a:rPr dirty="0" sz="1550" spc="10">
                <a:latin typeface="Times New Roman"/>
                <a:cs typeface="Times New Roman"/>
              </a:rPr>
              <a:t> </a:t>
            </a:r>
            <a:r>
              <a:rPr dirty="0" sz="1550" spc="80">
                <a:latin typeface="Times New Roman"/>
                <a:cs typeface="Times New Roman"/>
              </a:rPr>
              <a:t>and</a:t>
            </a:r>
            <a:r>
              <a:rPr dirty="0" sz="1550" spc="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legal </a:t>
            </a:r>
            <a:r>
              <a:rPr dirty="0" sz="1550">
                <a:latin typeface="Times New Roman"/>
                <a:cs typeface="Times New Roman"/>
              </a:rPr>
              <a:t>clearance</a:t>
            </a:r>
            <a:r>
              <a:rPr dirty="0" sz="1550" spc="50">
                <a:latin typeface="Times New Roman"/>
                <a:cs typeface="Times New Roman"/>
              </a:rPr>
              <a:t> per </a:t>
            </a:r>
            <a:r>
              <a:rPr dirty="0" sz="1550">
                <a:latin typeface="Times New Roman"/>
                <a:cs typeface="Times New Roman"/>
              </a:rPr>
              <a:t>agency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before</a:t>
            </a:r>
            <a:r>
              <a:rPr dirty="0" sz="1550" spc="60">
                <a:latin typeface="Times New Roman"/>
                <a:cs typeface="Times New Roman"/>
              </a:rPr>
              <a:t> onboarding, </a:t>
            </a:r>
            <a:r>
              <a:rPr dirty="0" sz="1550">
                <a:latin typeface="Times New Roman"/>
                <a:cs typeface="Times New Roman"/>
              </a:rPr>
              <a:t>with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role-</a:t>
            </a:r>
            <a:r>
              <a:rPr dirty="0" sz="1550">
                <a:latin typeface="Times New Roman"/>
                <a:cs typeface="Times New Roman"/>
              </a:rPr>
              <a:t>based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 spc="70">
                <a:latin typeface="Times New Roman"/>
                <a:cs typeface="Times New Roman"/>
              </a:rPr>
              <a:t>API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access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departments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retain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custody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Times New Roman"/>
                <a:cs typeface="Times New Roman"/>
              </a:rPr>
              <a:t>of </a:t>
            </a:r>
            <a:r>
              <a:rPr dirty="0" sz="1550">
                <a:latin typeface="Times New Roman"/>
                <a:cs typeface="Times New Roman"/>
              </a:rPr>
              <a:t>their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own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85">
                <a:latin typeface="Times New Roman"/>
                <a:cs typeface="Times New Roman"/>
              </a:rPr>
              <a:t>data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—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imes New Roman"/>
                <a:cs typeface="Times New Roman"/>
              </a:rPr>
              <a:t>the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imes New Roman"/>
                <a:cs typeface="Times New Roman"/>
              </a:rPr>
              <a:t>platform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queries,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it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doesn't </a:t>
            </a:r>
            <a:r>
              <a:rPr dirty="0" sz="1550">
                <a:latin typeface="Times New Roman"/>
                <a:cs typeface="Times New Roman"/>
              </a:rPr>
              <a:t>duplicate</a:t>
            </a:r>
            <a:r>
              <a:rPr dirty="0" sz="1550" spc="225">
                <a:latin typeface="Times New Roman"/>
                <a:cs typeface="Times New Roman"/>
              </a:rPr>
              <a:t> </a:t>
            </a:r>
            <a:r>
              <a:rPr dirty="0" sz="1550" spc="80">
                <a:latin typeface="Times New Roman"/>
                <a:cs typeface="Times New Roman"/>
              </a:rPr>
              <a:t>or</a:t>
            </a:r>
            <a:r>
              <a:rPr dirty="0" sz="1550" spc="2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centrally</a:t>
            </a:r>
            <a:r>
              <a:rPr dirty="0" sz="1550" spc="225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imes New Roman"/>
                <a:cs typeface="Times New Roman"/>
              </a:rPr>
              <a:t>hoard.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4149" y="8233645"/>
            <a:ext cx="1430655" cy="4051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450" spc="-10" b="1">
                <a:latin typeface="Times New Roman"/>
                <a:cs typeface="Times New Roman"/>
              </a:rPr>
              <a:t>Feasibility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38904" y="7582442"/>
            <a:ext cx="4321810" cy="169989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215"/>
              </a:spcBef>
            </a:pPr>
            <a:r>
              <a:rPr dirty="0" sz="1600" b="1">
                <a:latin typeface="Times New Roman"/>
                <a:cs typeface="Times New Roman"/>
              </a:rPr>
              <a:t>Existing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Infrastructure: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agencies </a:t>
            </a:r>
            <a:r>
              <a:rPr dirty="0" sz="1600">
                <a:latin typeface="Times New Roman"/>
                <a:cs typeface="Times New Roman"/>
              </a:rPr>
              <a:t>already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collect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CDRs,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FIRs,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CCTV, </a:t>
            </a:r>
            <a:r>
              <a:rPr dirty="0" sz="1600" spc="-10">
                <a:latin typeface="Times New Roman"/>
                <a:cs typeface="Times New Roman"/>
              </a:rPr>
              <a:t>financial</a:t>
            </a:r>
            <a:r>
              <a:rPr dirty="0" sz="1600" spc="5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it's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integration,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new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generation. </a:t>
            </a:r>
            <a:r>
              <a:rPr dirty="0" sz="1600">
                <a:latin typeface="Times New Roman"/>
                <a:cs typeface="Times New Roman"/>
              </a:rPr>
              <a:t>Proven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Tech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Stack: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established,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production-</a:t>
            </a:r>
            <a:r>
              <a:rPr dirty="0" sz="1600">
                <a:latin typeface="Times New Roman"/>
                <a:cs typeface="Times New Roman"/>
              </a:rPr>
              <a:t>ready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components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(graph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databases,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vector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search, </a:t>
            </a:r>
            <a:r>
              <a:rPr dirty="0" sz="1600">
                <a:latin typeface="Times New Roman"/>
                <a:cs typeface="Times New Roman"/>
              </a:rPr>
              <a:t>LLM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orchestration)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experimental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unproven technology.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51396" y="7341936"/>
            <a:ext cx="4754245" cy="279463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219075">
              <a:lnSpc>
                <a:spcPts val="2180"/>
              </a:lnSpc>
              <a:spcBef>
                <a:spcPts val="210"/>
              </a:spcBef>
            </a:pPr>
            <a:r>
              <a:rPr dirty="0" sz="1850" b="1">
                <a:latin typeface="Times New Roman"/>
                <a:cs typeface="Times New Roman"/>
              </a:rPr>
              <a:t>Proven</a:t>
            </a:r>
            <a:r>
              <a:rPr dirty="0" sz="1850" spc="-90" b="1">
                <a:latin typeface="Times New Roman"/>
                <a:cs typeface="Times New Roman"/>
              </a:rPr>
              <a:t> </a:t>
            </a:r>
            <a:r>
              <a:rPr dirty="0" sz="1850" spc="-30" b="1">
                <a:latin typeface="Times New Roman"/>
                <a:cs typeface="Times New Roman"/>
              </a:rPr>
              <a:t>Tech</a:t>
            </a:r>
            <a:r>
              <a:rPr dirty="0" sz="1850" spc="-5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Stack:</a:t>
            </a:r>
            <a:r>
              <a:rPr dirty="0" sz="1850" spc="-60" b="1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Uses</a:t>
            </a:r>
            <a:r>
              <a:rPr dirty="0" sz="1850" spc="-5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established, production-</a:t>
            </a:r>
            <a:r>
              <a:rPr dirty="0" sz="1850">
                <a:latin typeface="Times New Roman"/>
                <a:cs typeface="Times New Roman"/>
              </a:rPr>
              <a:t>ready</a:t>
            </a:r>
            <a:r>
              <a:rPr dirty="0" sz="1850" spc="-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components</a:t>
            </a:r>
            <a:r>
              <a:rPr dirty="0" sz="1850" spc="-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(graph</a:t>
            </a:r>
            <a:r>
              <a:rPr dirty="0" sz="1850" spc="-3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databases, </a:t>
            </a:r>
            <a:r>
              <a:rPr dirty="0" sz="1850">
                <a:latin typeface="Times New Roman"/>
                <a:cs typeface="Times New Roman"/>
              </a:rPr>
              <a:t>vector</a:t>
            </a:r>
            <a:r>
              <a:rPr dirty="0" sz="1850" spc="-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search,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LLM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orchestration)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—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no </a:t>
            </a:r>
            <a:r>
              <a:rPr dirty="0" sz="1850">
                <a:latin typeface="Times New Roman"/>
                <a:cs typeface="Times New Roman"/>
              </a:rPr>
              <a:t>experimental</a:t>
            </a:r>
            <a:r>
              <a:rPr dirty="0" sz="1850" spc="-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or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unproven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technology.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ts val="2070"/>
              </a:lnSpc>
            </a:pPr>
            <a:r>
              <a:rPr dirty="0" sz="1850" spc="-10" b="1">
                <a:latin typeface="Times New Roman"/>
                <a:cs typeface="Times New Roman"/>
              </a:rPr>
              <a:t>Scalable</a:t>
            </a:r>
            <a:r>
              <a:rPr dirty="0" sz="1850" spc="-10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Agent</a:t>
            </a:r>
            <a:r>
              <a:rPr dirty="0" sz="1850" spc="-10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Architecture:</a:t>
            </a:r>
            <a:r>
              <a:rPr dirty="0" sz="1850" b="1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Multi-</a:t>
            </a:r>
            <a:r>
              <a:rPr dirty="0" sz="1850">
                <a:latin typeface="Times New Roman"/>
                <a:cs typeface="Times New Roman"/>
              </a:rPr>
              <a:t>agent </a:t>
            </a:r>
            <a:r>
              <a:rPr dirty="0" sz="1850" spc="-10">
                <a:latin typeface="Times New Roman"/>
                <a:cs typeface="Times New Roman"/>
              </a:rPr>
              <a:t>design</a:t>
            </a:r>
            <a:endParaRPr sz="1850">
              <a:latin typeface="Times New Roman"/>
              <a:cs typeface="Times New Roman"/>
            </a:endParaRPr>
          </a:p>
          <a:p>
            <a:pPr marL="12700" marR="134620">
              <a:lnSpc>
                <a:spcPts val="2170"/>
              </a:lnSpc>
              <a:spcBef>
                <a:spcPts val="90"/>
              </a:spcBef>
            </a:pPr>
            <a:r>
              <a:rPr dirty="0" sz="1850">
                <a:latin typeface="Times New Roman"/>
                <a:cs typeface="Times New Roman"/>
              </a:rPr>
              <a:t>scales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per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case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load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without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redesigning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the</a:t>
            </a:r>
            <a:r>
              <a:rPr dirty="0" sz="1850" spc="-35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core </a:t>
            </a:r>
            <a:r>
              <a:rPr dirty="0" sz="1850">
                <a:latin typeface="Times New Roman"/>
                <a:cs typeface="Times New Roman"/>
              </a:rPr>
              <a:t>system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as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evidence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volume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grows.</a:t>
            </a:r>
            <a:endParaRPr sz="1850">
              <a:latin typeface="Times New Roman"/>
              <a:cs typeface="Times New Roman"/>
            </a:endParaRPr>
          </a:p>
          <a:p>
            <a:pPr marL="12700" marR="265430">
              <a:lnSpc>
                <a:spcPts val="2180"/>
              </a:lnSpc>
              <a:spcBef>
                <a:spcPts val="5"/>
              </a:spcBef>
            </a:pPr>
            <a:r>
              <a:rPr dirty="0" sz="1850" spc="-10">
                <a:latin typeface="Times New Roman"/>
                <a:cs typeface="Times New Roman"/>
              </a:rPr>
              <a:t>Compliance-</a:t>
            </a:r>
            <a:r>
              <a:rPr dirty="0" sz="1850">
                <a:latin typeface="Times New Roman"/>
                <a:cs typeface="Times New Roman"/>
              </a:rPr>
              <a:t>Ready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Design: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Built-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chain-</a:t>
            </a:r>
            <a:r>
              <a:rPr dirty="0" sz="1850" spc="-25">
                <a:latin typeface="Times New Roman"/>
                <a:cs typeface="Times New Roman"/>
              </a:rPr>
              <a:t>of-</a:t>
            </a:r>
            <a:r>
              <a:rPr dirty="0" sz="1850">
                <a:latin typeface="Times New Roman"/>
                <a:cs typeface="Times New Roman"/>
              </a:rPr>
              <a:t>custody</a:t>
            </a:r>
            <a:r>
              <a:rPr dirty="0" sz="1850" spc="-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logging</a:t>
            </a:r>
            <a:r>
              <a:rPr dirty="0" sz="1850" spc="-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-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human</a:t>
            </a:r>
            <a:r>
              <a:rPr dirty="0" sz="1850" spc="-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review</a:t>
            </a:r>
            <a:r>
              <a:rPr dirty="0" sz="1850" spc="-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align</a:t>
            </a:r>
            <a:r>
              <a:rPr dirty="0" sz="1850" spc="-35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with </a:t>
            </a:r>
            <a:r>
              <a:rPr dirty="0" sz="1850">
                <a:latin typeface="Times New Roman"/>
                <a:cs typeface="Times New Roman"/>
              </a:rPr>
              <a:t>existing</a:t>
            </a:r>
            <a:r>
              <a:rPr dirty="0" sz="1850" spc="-7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law-</a:t>
            </a:r>
            <a:r>
              <a:rPr dirty="0" sz="1850">
                <a:latin typeface="Times New Roman"/>
                <a:cs typeface="Times New Roman"/>
              </a:rPr>
              <a:t>enforcement</a:t>
            </a:r>
            <a:r>
              <a:rPr dirty="0" sz="1850" spc="-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evidentiary</a:t>
            </a:r>
            <a:r>
              <a:rPr dirty="0" sz="1850" spc="-6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standards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879671" y="5742654"/>
            <a:ext cx="5174615" cy="4302125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algn="ctr" marL="231775">
              <a:lnSpc>
                <a:spcPct val="100000"/>
              </a:lnSpc>
              <a:spcBef>
                <a:spcPts val="1515"/>
              </a:spcBef>
            </a:pPr>
            <a:r>
              <a:rPr dirty="0" sz="2300" b="1">
                <a:latin typeface="Times New Roman"/>
                <a:cs typeface="Times New Roman"/>
              </a:rPr>
              <a:t>why</a:t>
            </a:r>
            <a:r>
              <a:rPr dirty="0" sz="2300" spc="-35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should</a:t>
            </a:r>
            <a:r>
              <a:rPr dirty="0" sz="2300" spc="-35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we</a:t>
            </a:r>
            <a:r>
              <a:rPr dirty="0" sz="2300" spc="-30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build</a:t>
            </a:r>
            <a:r>
              <a:rPr dirty="0" sz="2300" spc="-35" b="1">
                <a:latin typeface="Times New Roman"/>
                <a:cs typeface="Times New Roman"/>
              </a:rPr>
              <a:t> </a:t>
            </a:r>
            <a:r>
              <a:rPr dirty="0" sz="2300" spc="-25" b="1">
                <a:latin typeface="Times New Roman"/>
                <a:cs typeface="Times New Roman"/>
              </a:rPr>
              <a:t>it?</a:t>
            </a:r>
            <a:endParaRPr sz="2300">
              <a:latin typeface="Times New Roman"/>
              <a:cs typeface="Times New Roman"/>
            </a:endParaRPr>
          </a:p>
          <a:p>
            <a:pPr marL="12700" marR="169545" indent="353695">
              <a:lnSpc>
                <a:spcPts val="2170"/>
              </a:lnSpc>
              <a:spcBef>
                <a:spcPts val="1285"/>
              </a:spcBef>
              <a:buAutoNum type="arabicPeriod"/>
              <a:tabLst>
                <a:tab pos="366395" algn="l"/>
              </a:tabLst>
            </a:pPr>
            <a:r>
              <a:rPr dirty="0" sz="1850" b="1">
                <a:latin typeface="Times New Roman"/>
                <a:cs typeface="Times New Roman"/>
              </a:rPr>
              <a:t>Because the bad</a:t>
            </a:r>
            <a:r>
              <a:rPr dirty="0" sz="1850" spc="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guys are networked</a:t>
            </a:r>
            <a:r>
              <a:rPr dirty="0" sz="1850" spc="10" b="1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 </a:t>
            </a:r>
            <a:r>
              <a:rPr dirty="0" sz="1850" spc="-25">
                <a:latin typeface="Times New Roman"/>
                <a:cs typeface="Times New Roman"/>
              </a:rPr>
              <a:t>the </a:t>
            </a:r>
            <a:r>
              <a:rPr dirty="0" sz="1850">
                <a:latin typeface="Times New Roman"/>
                <a:cs typeface="Times New Roman"/>
              </a:rPr>
              <a:t>good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guys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are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still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using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paper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—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investigators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need </a:t>
            </a:r>
            <a:r>
              <a:rPr dirty="0" sz="1850">
                <a:latin typeface="Times New Roman"/>
                <a:cs typeface="Times New Roman"/>
              </a:rPr>
              <a:t>AI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match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the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speed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complexity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of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modern </a:t>
            </a:r>
            <a:r>
              <a:rPr dirty="0" sz="1850">
                <a:latin typeface="Times New Roman"/>
                <a:cs typeface="Times New Roman"/>
              </a:rPr>
              <a:t>organized</a:t>
            </a:r>
            <a:r>
              <a:rPr dirty="0" sz="1850" spc="-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crime.</a:t>
            </a:r>
            <a:endParaRPr sz="1850">
              <a:latin typeface="Times New Roman"/>
              <a:cs typeface="Times New Roman"/>
            </a:endParaRPr>
          </a:p>
          <a:p>
            <a:pPr algn="just" marL="12700" marR="5080" indent="353695">
              <a:lnSpc>
                <a:spcPts val="2180"/>
              </a:lnSpc>
              <a:spcBef>
                <a:spcPts val="10"/>
              </a:spcBef>
              <a:buAutoNum type="arabicPeriod"/>
              <a:tabLst>
                <a:tab pos="366395" algn="l"/>
              </a:tabLst>
            </a:pPr>
            <a:r>
              <a:rPr dirty="0" sz="1850" b="1">
                <a:latin typeface="Times New Roman"/>
                <a:cs typeface="Times New Roman"/>
              </a:rPr>
              <a:t>Because no human can </a:t>
            </a:r>
            <a:r>
              <a:rPr dirty="0" sz="1850" spc="-10">
                <a:latin typeface="Times New Roman"/>
                <a:cs typeface="Times New Roman"/>
              </a:rPr>
              <a:t>cross-</a:t>
            </a:r>
            <a:r>
              <a:rPr dirty="0" sz="1850">
                <a:latin typeface="Times New Roman"/>
                <a:cs typeface="Times New Roman"/>
              </a:rPr>
              <a:t>reference a 5-</a:t>
            </a:r>
            <a:r>
              <a:rPr dirty="0" sz="1850" spc="-10">
                <a:latin typeface="Times New Roman"/>
                <a:cs typeface="Times New Roman"/>
              </a:rPr>
              <a:t>year-</a:t>
            </a:r>
            <a:r>
              <a:rPr dirty="0" sz="1850">
                <a:latin typeface="Times New Roman"/>
                <a:cs typeface="Times New Roman"/>
              </a:rPr>
              <a:t>old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FIR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alias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with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10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million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call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records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manually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— </a:t>
            </a:r>
            <a:r>
              <a:rPr dirty="0" sz="1850">
                <a:latin typeface="Times New Roman"/>
                <a:cs typeface="Times New Roman"/>
              </a:rPr>
              <a:t>the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system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does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it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milliseconds.</a:t>
            </a:r>
            <a:endParaRPr sz="1850">
              <a:latin typeface="Times New Roman"/>
              <a:cs typeface="Times New Roman"/>
            </a:endParaRPr>
          </a:p>
          <a:p>
            <a:pPr algn="just" marL="366395" indent="-353695">
              <a:lnSpc>
                <a:spcPts val="2075"/>
              </a:lnSpc>
              <a:buAutoNum type="arabicPeriod"/>
              <a:tabLst>
                <a:tab pos="366395" algn="l"/>
              </a:tabLst>
            </a:pPr>
            <a:r>
              <a:rPr dirty="0" sz="1850" b="1">
                <a:latin typeface="Times New Roman"/>
                <a:cs typeface="Times New Roman"/>
              </a:rPr>
              <a:t>Because trials collapse</a:t>
            </a:r>
            <a:r>
              <a:rPr dirty="0" sz="1850" spc="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without evidence</a:t>
            </a:r>
            <a:r>
              <a:rPr dirty="0" sz="1850" spc="10" b="1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—</a:t>
            </a:r>
            <a:endParaRPr sz="1850">
              <a:latin typeface="Times New Roman"/>
              <a:cs typeface="Times New Roman"/>
            </a:endParaRPr>
          </a:p>
          <a:p>
            <a:pPr marL="12700" marR="534670">
              <a:lnSpc>
                <a:spcPts val="2180"/>
              </a:lnSpc>
              <a:spcBef>
                <a:spcPts val="85"/>
              </a:spcBef>
            </a:pPr>
            <a:r>
              <a:rPr dirty="0" sz="1850">
                <a:latin typeface="Times New Roman"/>
                <a:cs typeface="Times New Roman"/>
              </a:rPr>
              <a:t>every</a:t>
            </a:r>
            <a:r>
              <a:rPr dirty="0" sz="1850" spc="-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AI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lead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carries a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courtroom-ready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citation, </a:t>
            </a:r>
            <a:r>
              <a:rPr dirty="0" sz="1850">
                <a:latin typeface="Times New Roman"/>
                <a:cs typeface="Times New Roman"/>
              </a:rPr>
              <a:t>turning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investigation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time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into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conviction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time.</a:t>
            </a:r>
            <a:endParaRPr sz="1850">
              <a:latin typeface="Times New Roman"/>
              <a:cs typeface="Times New Roman"/>
            </a:endParaRPr>
          </a:p>
          <a:p>
            <a:pPr marL="367030" indent="-354330">
              <a:lnSpc>
                <a:spcPts val="2080"/>
              </a:lnSpc>
              <a:buAutoNum type="arabicPeriod" startAt="4"/>
              <a:tabLst>
                <a:tab pos="367030" algn="l"/>
              </a:tabLst>
            </a:pPr>
            <a:r>
              <a:rPr dirty="0" sz="1850" b="1">
                <a:latin typeface="Times New Roman"/>
                <a:cs typeface="Times New Roman"/>
              </a:rPr>
              <a:t>Because the tools</a:t>
            </a:r>
            <a:r>
              <a:rPr dirty="0" sz="1850" spc="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exist</a:t>
            </a:r>
            <a:r>
              <a:rPr dirty="0" sz="1850">
                <a:latin typeface="Times New Roman"/>
                <a:cs typeface="Times New Roman"/>
              </a:rPr>
              <a:t>, the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data exists,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 </a:t>
            </a:r>
            <a:r>
              <a:rPr dirty="0" sz="1850" spc="-25">
                <a:latin typeface="Times New Roman"/>
                <a:cs typeface="Times New Roman"/>
              </a:rPr>
              <a:t>the</a:t>
            </a:r>
            <a:endParaRPr sz="1850">
              <a:latin typeface="Times New Roman"/>
              <a:cs typeface="Times New Roman"/>
            </a:endParaRPr>
          </a:p>
          <a:p>
            <a:pPr marL="12700" marR="511809">
              <a:lnSpc>
                <a:spcPts val="2170"/>
              </a:lnSpc>
              <a:spcBef>
                <a:spcPts val="90"/>
              </a:spcBef>
            </a:pPr>
            <a:r>
              <a:rPr dirty="0" sz="1850">
                <a:latin typeface="Times New Roman"/>
                <a:cs typeface="Times New Roman"/>
              </a:rPr>
              <a:t>need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exists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—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the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only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thing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missing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is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someone </a:t>
            </a:r>
            <a:r>
              <a:rPr dirty="0" sz="1850">
                <a:latin typeface="Times New Roman"/>
                <a:cs typeface="Times New Roman"/>
              </a:rPr>
              <a:t>putting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them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together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into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one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intelligent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graph.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91243" y="1790091"/>
            <a:ext cx="7853680" cy="8387715"/>
          </a:xfrm>
          <a:custGeom>
            <a:avLst/>
            <a:gdLst/>
            <a:ahLst/>
            <a:cxnLst/>
            <a:rect l="l" t="t" r="r" b="b"/>
            <a:pathLst>
              <a:path w="7853680" h="8387715">
                <a:moveTo>
                  <a:pt x="0" y="0"/>
                </a:moveTo>
                <a:lnTo>
                  <a:pt x="7853510" y="0"/>
                </a:lnTo>
                <a:lnTo>
                  <a:pt x="7853510" y="8387131"/>
                </a:lnTo>
                <a:lnTo>
                  <a:pt x="0" y="8387131"/>
                </a:lnTo>
                <a:lnTo>
                  <a:pt x="0" y="0"/>
                </a:lnTo>
                <a:close/>
              </a:path>
            </a:pathLst>
          </a:custGeom>
          <a:ln w="952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0129" y="2247"/>
            <a:ext cx="3373746" cy="159350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6984365" cy="3932554"/>
            <a:chOff x="0" y="0"/>
            <a:chExt cx="6984365" cy="393255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069692" cy="21863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2750" y="1790053"/>
              <a:ext cx="5221605" cy="2142490"/>
            </a:xfrm>
            <a:custGeom>
              <a:avLst/>
              <a:gdLst/>
              <a:ahLst/>
              <a:cxnLst/>
              <a:rect l="l" t="t" r="r" b="b"/>
              <a:pathLst>
                <a:path w="5221605" h="2142490">
                  <a:moveTo>
                    <a:pt x="4736028" y="2141965"/>
                  </a:moveTo>
                  <a:lnTo>
                    <a:pt x="485774" y="2141965"/>
                  </a:lnTo>
                  <a:lnTo>
                    <a:pt x="437762" y="2139588"/>
                  </a:lnTo>
                  <a:lnTo>
                    <a:pt x="390562" y="2132545"/>
                  </a:lnTo>
                  <a:lnTo>
                    <a:pt x="344494" y="2120967"/>
                  </a:lnTo>
                  <a:lnTo>
                    <a:pt x="299877" y="2104988"/>
                  </a:lnTo>
                  <a:lnTo>
                    <a:pt x="257028" y="2084738"/>
                  </a:lnTo>
                  <a:lnTo>
                    <a:pt x="216266" y="2060349"/>
                  </a:lnTo>
                  <a:lnTo>
                    <a:pt x="177911" y="2031954"/>
                  </a:lnTo>
                  <a:lnTo>
                    <a:pt x="142280" y="1999685"/>
                  </a:lnTo>
                  <a:lnTo>
                    <a:pt x="110010" y="1964054"/>
                  </a:lnTo>
                  <a:lnTo>
                    <a:pt x="81615" y="1925698"/>
                  </a:lnTo>
                  <a:lnTo>
                    <a:pt x="57227" y="1884937"/>
                  </a:lnTo>
                  <a:lnTo>
                    <a:pt x="36977" y="1842088"/>
                  </a:lnTo>
                  <a:lnTo>
                    <a:pt x="20997" y="1797470"/>
                  </a:lnTo>
                  <a:lnTo>
                    <a:pt x="9420" y="1751403"/>
                  </a:lnTo>
                  <a:lnTo>
                    <a:pt x="2377" y="1704203"/>
                  </a:lnTo>
                  <a:lnTo>
                    <a:pt x="0" y="1656190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736028" y="0"/>
                  </a:lnTo>
                  <a:lnTo>
                    <a:pt x="4784040" y="2377"/>
                  </a:lnTo>
                  <a:lnTo>
                    <a:pt x="4831240" y="9420"/>
                  </a:lnTo>
                  <a:lnTo>
                    <a:pt x="4877308" y="20997"/>
                  </a:lnTo>
                  <a:lnTo>
                    <a:pt x="4921926" y="36977"/>
                  </a:lnTo>
                  <a:lnTo>
                    <a:pt x="4964774" y="57227"/>
                  </a:lnTo>
                  <a:lnTo>
                    <a:pt x="5005536" y="81615"/>
                  </a:lnTo>
                  <a:lnTo>
                    <a:pt x="5043891" y="110010"/>
                  </a:lnTo>
                  <a:lnTo>
                    <a:pt x="5079522" y="142280"/>
                  </a:lnTo>
                  <a:lnTo>
                    <a:pt x="5111791" y="177911"/>
                  </a:lnTo>
                  <a:lnTo>
                    <a:pt x="5140186" y="216266"/>
                  </a:lnTo>
                  <a:lnTo>
                    <a:pt x="5164575" y="257028"/>
                  </a:lnTo>
                  <a:lnTo>
                    <a:pt x="5184825" y="299877"/>
                  </a:lnTo>
                  <a:lnTo>
                    <a:pt x="5200805" y="344494"/>
                  </a:lnTo>
                  <a:lnTo>
                    <a:pt x="5212382" y="390562"/>
                  </a:lnTo>
                  <a:lnTo>
                    <a:pt x="5219425" y="437762"/>
                  </a:lnTo>
                  <a:lnTo>
                    <a:pt x="5221040" y="470378"/>
                  </a:lnTo>
                  <a:lnTo>
                    <a:pt x="5221040" y="1671586"/>
                  </a:lnTo>
                  <a:lnTo>
                    <a:pt x="5212382" y="1751403"/>
                  </a:lnTo>
                  <a:lnTo>
                    <a:pt x="5200805" y="1797470"/>
                  </a:lnTo>
                  <a:lnTo>
                    <a:pt x="5184825" y="1842088"/>
                  </a:lnTo>
                  <a:lnTo>
                    <a:pt x="5164575" y="1884937"/>
                  </a:lnTo>
                  <a:lnTo>
                    <a:pt x="5140186" y="1925698"/>
                  </a:lnTo>
                  <a:lnTo>
                    <a:pt x="5111791" y="1964054"/>
                  </a:lnTo>
                  <a:lnTo>
                    <a:pt x="5079522" y="1999685"/>
                  </a:lnTo>
                  <a:lnTo>
                    <a:pt x="5043891" y="2031954"/>
                  </a:lnTo>
                  <a:lnTo>
                    <a:pt x="5005536" y="2060349"/>
                  </a:lnTo>
                  <a:lnTo>
                    <a:pt x="4964774" y="2084738"/>
                  </a:lnTo>
                  <a:lnTo>
                    <a:pt x="4921926" y="2104988"/>
                  </a:lnTo>
                  <a:lnTo>
                    <a:pt x="4877308" y="2120967"/>
                  </a:lnTo>
                  <a:lnTo>
                    <a:pt x="4831240" y="2132545"/>
                  </a:lnTo>
                  <a:lnTo>
                    <a:pt x="4784040" y="2139588"/>
                  </a:lnTo>
                  <a:lnTo>
                    <a:pt x="4736028" y="2141965"/>
                  </a:lnTo>
                  <a:close/>
                </a:path>
              </a:pathLst>
            </a:custGeom>
            <a:solidFill>
              <a:srgbClr val="DBE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62750" y="1790053"/>
              <a:ext cx="5219700" cy="2142490"/>
            </a:xfrm>
            <a:custGeom>
              <a:avLst/>
              <a:gdLst/>
              <a:ahLst/>
              <a:cxnLst/>
              <a:rect l="l" t="t" r="r" b="b"/>
              <a:pathLst>
                <a:path w="5219700" h="2142490">
                  <a:moveTo>
                    <a:pt x="628671" y="47624"/>
                  </a:moveTo>
                  <a:lnTo>
                    <a:pt x="581046" y="47624"/>
                  </a:lnTo>
                  <a:lnTo>
                    <a:pt x="581046" y="0"/>
                  </a:lnTo>
                  <a:lnTo>
                    <a:pt x="628671" y="0"/>
                  </a:lnTo>
                  <a:lnTo>
                    <a:pt x="628671" y="47624"/>
                  </a:lnTo>
                  <a:close/>
                </a:path>
                <a:path w="5219700" h="2142490">
                  <a:moveTo>
                    <a:pt x="723921" y="47624"/>
                  </a:moveTo>
                  <a:lnTo>
                    <a:pt x="676296" y="47624"/>
                  </a:lnTo>
                  <a:lnTo>
                    <a:pt x="676296" y="0"/>
                  </a:lnTo>
                  <a:lnTo>
                    <a:pt x="723921" y="0"/>
                  </a:lnTo>
                  <a:lnTo>
                    <a:pt x="723921" y="47624"/>
                  </a:lnTo>
                  <a:close/>
                </a:path>
                <a:path w="5219700" h="2142490">
                  <a:moveTo>
                    <a:pt x="819171" y="47624"/>
                  </a:moveTo>
                  <a:lnTo>
                    <a:pt x="771546" y="47624"/>
                  </a:lnTo>
                  <a:lnTo>
                    <a:pt x="771546" y="0"/>
                  </a:lnTo>
                  <a:lnTo>
                    <a:pt x="819171" y="0"/>
                  </a:lnTo>
                  <a:lnTo>
                    <a:pt x="819171" y="47624"/>
                  </a:lnTo>
                  <a:close/>
                </a:path>
                <a:path w="5219700" h="2142490">
                  <a:moveTo>
                    <a:pt x="914421" y="47624"/>
                  </a:moveTo>
                  <a:lnTo>
                    <a:pt x="866796" y="47624"/>
                  </a:lnTo>
                  <a:lnTo>
                    <a:pt x="866796" y="0"/>
                  </a:lnTo>
                  <a:lnTo>
                    <a:pt x="914421" y="0"/>
                  </a:lnTo>
                  <a:lnTo>
                    <a:pt x="914421" y="47624"/>
                  </a:lnTo>
                  <a:close/>
                </a:path>
                <a:path w="5219700" h="2142490">
                  <a:moveTo>
                    <a:pt x="1009671" y="47624"/>
                  </a:moveTo>
                  <a:lnTo>
                    <a:pt x="962046" y="47624"/>
                  </a:lnTo>
                  <a:lnTo>
                    <a:pt x="962046" y="0"/>
                  </a:lnTo>
                  <a:lnTo>
                    <a:pt x="1009671" y="0"/>
                  </a:lnTo>
                  <a:lnTo>
                    <a:pt x="1009671" y="47624"/>
                  </a:lnTo>
                  <a:close/>
                </a:path>
                <a:path w="5219700" h="2142490">
                  <a:moveTo>
                    <a:pt x="1104921" y="47624"/>
                  </a:moveTo>
                  <a:lnTo>
                    <a:pt x="1057296" y="47624"/>
                  </a:lnTo>
                  <a:lnTo>
                    <a:pt x="1057296" y="0"/>
                  </a:lnTo>
                  <a:lnTo>
                    <a:pt x="1104921" y="0"/>
                  </a:lnTo>
                  <a:lnTo>
                    <a:pt x="1104921" y="47624"/>
                  </a:lnTo>
                  <a:close/>
                </a:path>
                <a:path w="5219700" h="2142490">
                  <a:moveTo>
                    <a:pt x="1200171" y="47624"/>
                  </a:moveTo>
                  <a:lnTo>
                    <a:pt x="1152546" y="47624"/>
                  </a:lnTo>
                  <a:lnTo>
                    <a:pt x="1152546" y="0"/>
                  </a:lnTo>
                  <a:lnTo>
                    <a:pt x="1200171" y="0"/>
                  </a:lnTo>
                  <a:lnTo>
                    <a:pt x="1200171" y="47624"/>
                  </a:lnTo>
                  <a:close/>
                </a:path>
                <a:path w="5219700" h="2142490">
                  <a:moveTo>
                    <a:pt x="1295421" y="47624"/>
                  </a:moveTo>
                  <a:lnTo>
                    <a:pt x="1247796" y="47624"/>
                  </a:lnTo>
                  <a:lnTo>
                    <a:pt x="1247796" y="0"/>
                  </a:lnTo>
                  <a:lnTo>
                    <a:pt x="1295421" y="0"/>
                  </a:lnTo>
                  <a:lnTo>
                    <a:pt x="1295421" y="47624"/>
                  </a:lnTo>
                  <a:close/>
                </a:path>
                <a:path w="5219700" h="2142490">
                  <a:moveTo>
                    <a:pt x="1390671" y="47624"/>
                  </a:moveTo>
                  <a:lnTo>
                    <a:pt x="1343046" y="47624"/>
                  </a:lnTo>
                  <a:lnTo>
                    <a:pt x="1343046" y="0"/>
                  </a:lnTo>
                  <a:lnTo>
                    <a:pt x="1390671" y="0"/>
                  </a:lnTo>
                  <a:lnTo>
                    <a:pt x="1390671" y="47624"/>
                  </a:lnTo>
                  <a:close/>
                </a:path>
                <a:path w="5219700" h="2142490">
                  <a:moveTo>
                    <a:pt x="1485921" y="47624"/>
                  </a:moveTo>
                  <a:lnTo>
                    <a:pt x="1438296" y="47624"/>
                  </a:lnTo>
                  <a:lnTo>
                    <a:pt x="1438296" y="0"/>
                  </a:lnTo>
                  <a:lnTo>
                    <a:pt x="1485921" y="0"/>
                  </a:lnTo>
                  <a:lnTo>
                    <a:pt x="1485921" y="47624"/>
                  </a:lnTo>
                  <a:close/>
                </a:path>
                <a:path w="5219700" h="2142490">
                  <a:moveTo>
                    <a:pt x="1581171" y="47624"/>
                  </a:moveTo>
                  <a:lnTo>
                    <a:pt x="1533546" y="47624"/>
                  </a:lnTo>
                  <a:lnTo>
                    <a:pt x="1533546" y="0"/>
                  </a:lnTo>
                  <a:lnTo>
                    <a:pt x="1581171" y="0"/>
                  </a:lnTo>
                  <a:lnTo>
                    <a:pt x="1581171" y="47624"/>
                  </a:lnTo>
                  <a:close/>
                </a:path>
                <a:path w="5219700" h="2142490">
                  <a:moveTo>
                    <a:pt x="1676421" y="47624"/>
                  </a:moveTo>
                  <a:lnTo>
                    <a:pt x="1628796" y="47624"/>
                  </a:lnTo>
                  <a:lnTo>
                    <a:pt x="1628796" y="0"/>
                  </a:lnTo>
                  <a:lnTo>
                    <a:pt x="1676421" y="0"/>
                  </a:lnTo>
                  <a:lnTo>
                    <a:pt x="1676421" y="47624"/>
                  </a:lnTo>
                  <a:close/>
                </a:path>
                <a:path w="5219700" h="2142490">
                  <a:moveTo>
                    <a:pt x="1771671" y="47624"/>
                  </a:moveTo>
                  <a:lnTo>
                    <a:pt x="1724046" y="47624"/>
                  </a:lnTo>
                  <a:lnTo>
                    <a:pt x="1724046" y="0"/>
                  </a:lnTo>
                  <a:lnTo>
                    <a:pt x="1771671" y="0"/>
                  </a:lnTo>
                  <a:lnTo>
                    <a:pt x="1771671" y="47624"/>
                  </a:lnTo>
                  <a:close/>
                </a:path>
                <a:path w="5219700" h="2142490">
                  <a:moveTo>
                    <a:pt x="1866921" y="47624"/>
                  </a:moveTo>
                  <a:lnTo>
                    <a:pt x="1819296" y="47624"/>
                  </a:lnTo>
                  <a:lnTo>
                    <a:pt x="1819296" y="0"/>
                  </a:lnTo>
                  <a:lnTo>
                    <a:pt x="1866921" y="0"/>
                  </a:lnTo>
                  <a:lnTo>
                    <a:pt x="1866921" y="47624"/>
                  </a:lnTo>
                  <a:close/>
                </a:path>
                <a:path w="5219700" h="2142490">
                  <a:moveTo>
                    <a:pt x="1962171" y="47624"/>
                  </a:moveTo>
                  <a:lnTo>
                    <a:pt x="1914546" y="47624"/>
                  </a:lnTo>
                  <a:lnTo>
                    <a:pt x="1914546" y="0"/>
                  </a:lnTo>
                  <a:lnTo>
                    <a:pt x="1962171" y="0"/>
                  </a:lnTo>
                  <a:lnTo>
                    <a:pt x="1962171" y="47624"/>
                  </a:lnTo>
                  <a:close/>
                </a:path>
                <a:path w="5219700" h="2142490">
                  <a:moveTo>
                    <a:pt x="2057421" y="47624"/>
                  </a:moveTo>
                  <a:lnTo>
                    <a:pt x="2009796" y="47624"/>
                  </a:lnTo>
                  <a:lnTo>
                    <a:pt x="2009796" y="0"/>
                  </a:lnTo>
                  <a:lnTo>
                    <a:pt x="2057421" y="0"/>
                  </a:lnTo>
                  <a:lnTo>
                    <a:pt x="2057421" y="47624"/>
                  </a:lnTo>
                  <a:close/>
                </a:path>
                <a:path w="5219700" h="2142490">
                  <a:moveTo>
                    <a:pt x="2152671" y="47624"/>
                  </a:moveTo>
                  <a:lnTo>
                    <a:pt x="2105046" y="47624"/>
                  </a:lnTo>
                  <a:lnTo>
                    <a:pt x="2105046" y="0"/>
                  </a:lnTo>
                  <a:lnTo>
                    <a:pt x="2152671" y="0"/>
                  </a:lnTo>
                  <a:lnTo>
                    <a:pt x="2152671" y="47624"/>
                  </a:lnTo>
                  <a:close/>
                </a:path>
                <a:path w="5219700" h="2142490">
                  <a:moveTo>
                    <a:pt x="2247921" y="47624"/>
                  </a:moveTo>
                  <a:lnTo>
                    <a:pt x="2200296" y="47624"/>
                  </a:lnTo>
                  <a:lnTo>
                    <a:pt x="2200296" y="0"/>
                  </a:lnTo>
                  <a:lnTo>
                    <a:pt x="2247921" y="0"/>
                  </a:lnTo>
                  <a:lnTo>
                    <a:pt x="2247921" y="47624"/>
                  </a:lnTo>
                  <a:close/>
                </a:path>
                <a:path w="5219700" h="2142490">
                  <a:moveTo>
                    <a:pt x="2343171" y="47624"/>
                  </a:moveTo>
                  <a:lnTo>
                    <a:pt x="2295546" y="47624"/>
                  </a:lnTo>
                  <a:lnTo>
                    <a:pt x="2295546" y="0"/>
                  </a:lnTo>
                  <a:lnTo>
                    <a:pt x="2343171" y="0"/>
                  </a:lnTo>
                  <a:lnTo>
                    <a:pt x="2343171" y="47624"/>
                  </a:lnTo>
                  <a:close/>
                </a:path>
                <a:path w="5219700" h="2142490">
                  <a:moveTo>
                    <a:pt x="2438421" y="47624"/>
                  </a:moveTo>
                  <a:lnTo>
                    <a:pt x="2390796" y="47624"/>
                  </a:lnTo>
                  <a:lnTo>
                    <a:pt x="2390796" y="0"/>
                  </a:lnTo>
                  <a:lnTo>
                    <a:pt x="2438421" y="0"/>
                  </a:lnTo>
                  <a:lnTo>
                    <a:pt x="2438421" y="47624"/>
                  </a:lnTo>
                  <a:close/>
                </a:path>
                <a:path w="5219700" h="2142490">
                  <a:moveTo>
                    <a:pt x="2533671" y="47624"/>
                  </a:moveTo>
                  <a:lnTo>
                    <a:pt x="2486046" y="47624"/>
                  </a:lnTo>
                  <a:lnTo>
                    <a:pt x="2486046" y="0"/>
                  </a:lnTo>
                  <a:lnTo>
                    <a:pt x="2533671" y="0"/>
                  </a:lnTo>
                  <a:lnTo>
                    <a:pt x="2533671" y="47624"/>
                  </a:lnTo>
                  <a:close/>
                </a:path>
                <a:path w="5219700" h="2142490">
                  <a:moveTo>
                    <a:pt x="2628921" y="47624"/>
                  </a:moveTo>
                  <a:lnTo>
                    <a:pt x="2581296" y="47624"/>
                  </a:lnTo>
                  <a:lnTo>
                    <a:pt x="2581296" y="0"/>
                  </a:lnTo>
                  <a:lnTo>
                    <a:pt x="2628921" y="0"/>
                  </a:lnTo>
                  <a:lnTo>
                    <a:pt x="2628921" y="47624"/>
                  </a:lnTo>
                  <a:close/>
                </a:path>
                <a:path w="5219700" h="2142490">
                  <a:moveTo>
                    <a:pt x="2724171" y="47624"/>
                  </a:moveTo>
                  <a:lnTo>
                    <a:pt x="2676546" y="47624"/>
                  </a:lnTo>
                  <a:lnTo>
                    <a:pt x="2676546" y="0"/>
                  </a:lnTo>
                  <a:lnTo>
                    <a:pt x="2724171" y="0"/>
                  </a:lnTo>
                  <a:lnTo>
                    <a:pt x="2724171" y="47624"/>
                  </a:lnTo>
                  <a:close/>
                </a:path>
                <a:path w="5219700" h="2142490">
                  <a:moveTo>
                    <a:pt x="2819421" y="47624"/>
                  </a:moveTo>
                  <a:lnTo>
                    <a:pt x="2771796" y="47624"/>
                  </a:lnTo>
                  <a:lnTo>
                    <a:pt x="2771796" y="0"/>
                  </a:lnTo>
                  <a:lnTo>
                    <a:pt x="2819421" y="0"/>
                  </a:lnTo>
                  <a:lnTo>
                    <a:pt x="2819421" y="47624"/>
                  </a:lnTo>
                  <a:close/>
                </a:path>
                <a:path w="5219700" h="2142490">
                  <a:moveTo>
                    <a:pt x="2914671" y="47624"/>
                  </a:moveTo>
                  <a:lnTo>
                    <a:pt x="2867046" y="47624"/>
                  </a:lnTo>
                  <a:lnTo>
                    <a:pt x="2867046" y="0"/>
                  </a:lnTo>
                  <a:lnTo>
                    <a:pt x="2914671" y="0"/>
                  </a:lnTo>
                  <a:lnTo>
                    <a:pt x="2914671" y="47624"/>
                  </a:lnTo>
                  <a:close/>
                </a:path>
                <a:path w="5219700" h="2142490">
                  <a:moveTo>
                    <a:pt x="3009921" y="47624"/>
                  </a:moveTo>
                  <a:lnTo>
                    <a:pt x="2962296" y="47624"/>
                  </a:lnTo>
                  <a:lnTo>
                    <a:pt x="2962296" y="0"/>
                  </a:lnTo>
                  <a:lnTo>
                    <a:pt x="3009921" y="0"/>
                  </a:lnTo>
                  <a:lnTo>
                    <a:pt x="3009921" y="47624"/>
                  </a:lnTo>
                  <a:close/>
                </a:path>
                <a:path w="5219700" h="2142490">
                  <a:moveTo>
                    <a:pt x="3105171" y="47624"/>
                  </a:moveTo>
                  <a:lnTo>
                    <a:pt x="3057546" y="47624"/>
                  </a:lnTo>
                  <a:lnTo>
                    <a:pt x="3057546" y="0"/>
                  </a:lnTo>
                  <a:lnTo>
                    <a:pt x="3105171" y="0"/>
                  </a:lnTo>
                  <a:lnTo>
                    <a:pt x="3105171" y="47624"/>
                  </a:lnTo>
                  <a:close/>
                </a:path>
                <a:path w="5219700" h="2142490">
                  <a:moveTo>
                    <a:pt x="3200421" y="47624"/>
                  </a:moveTo>
                  <a:lnTo>
                    <a:pt x="3152796" y="47624"/>
                  </a:lnTo>
                  <a:lnTo>
                    <a:pt x="3152796" y="0"/>
                  </a:lnTo>
                  <a:lnTo>
                    <a:pt x="3200421" y="0"/>
                  </a:lnTo>
                  <a:lnTo>
                    <a:pt x="3200421" y="47624"/>
                  </a:lnTo>
                  <a:close/>
                </a:path>
                <a:path w="5219700" h="2142490">
                  <a:moveTo>
                    <a:pt x="3295671" y="47624"/>
                  </a:moveTo>
                  <a:lnTo>
                    <a:pt x="3248046" y="47624"/>
                  </a:lnTo>
                  <a:lnTo>
                    <a:pt x="3248046" y="0"/>
                  </a:lnTo>
                  <a:lnTo>
                    <a:pt x="3295671" y="0"/>
                  </a:lnTo>
                  <a:lnTo>
                    <a:pt x="3295671" y="47624"/>
                  </a:lnTo>
                  <a:close/>
                </a:path>
                <a:path w="5219700" h="2142490">
                  <a:moveTo>
                    <a:pt x="3390921" y="47624"/>
                  </a:moveTo>
                  <a:lnTo>
                    <a:pt x="3343296" y="47624"/>
                  </a:lnTo>
                  <a:lnTo>
                    <a:pt x="3343296" y="0"/>
                  </a:lnTo>
                  <a:lnTo>
                    <a:pt x="3390921" y="0"/>
                  </a:lnTo>
                  <a:lnTo>
                    <a:pt x="3390921" y="47624"/>
                  </a:lnTo>
                  <a:close/>
                </a:path>
                <a:path w="5219700" h="2142490">
                  <a:moveTo>
                    <a:pt x="3486171" y="47624"/>
                  </a:moveTo>
                  <a:lnTo>
                    <a:pt x="3438546" y="47624"/>
                  </a:lnTo>
                  <a:lnTo>
                    <a:pt x="3438546" y="0"/>
                  </a:lnTo>
                  <a:lnTo>
                    <a:pt x="3486171" y="0"/>
                  </a:lnTo>
                  <a:lnTo>
                    <a:pt x="3486171" y="47624"/>
                  </a:lnTo>
                  <a:close/>
                </a:path>
                <a:path w="5219700" h="2142490">
                  <a:moveTo>
                    <a:pt x="3581421" y="47624"/>
                  </a:moveTo>
                  <a:lnTo>
                    <a:pt x="3533796" y="47624"/>
                  </a:lnTo>
                  <a:lnTo>
                    <a:pt x="3533796" y="0"/>
                  </a:lnTo>
                  <a:lnTo>
                    <a:pt x="3581421" y="0"/>
                  </a:lnTo>
                  <a:lnTo>
                    <a:pt x="3581421" y="47624"/>
                  </a:lnTo>
                  <a:close/>
                </a:path>
                <a:path w="5219700" h="2142490">
                  <a:moveTo>
                    <a:pt x="3676671" y="47624"/>
                  </a:moveTo>
                  <a:lnTo>
                    <a:pt x="3629046" y="47624"/>
                  </a:lnTo>
                  <a:lnTo>
                    <a:pt x="3629046" y="0"/>
                  </a:lnTo>
                  <a:lnTo>
                    <a:pt x="3676671" y="0"/>
                  </a:lnTo>
                  <a:lnTo>
                    <a:pt x="3676671" y="47624"/>
                  </a:lnTo>
                  <a:close/>
                </a:path>
                <a:path w="5219700" h="2142490">
                  <a:moveTo>
                    <a:pt x="3771921" y="47624"/>
                  </a:moveTo>
                  <a:lnTo>
                    <a:pt x="3724296" y="47624"/>
                  </a:lnTo>
                  <a:lnTo>
                    <a:pt x="3724296" y="0"/>
                  </a:lnTo>
                  <a:lnTo>
                    <a:pt x="3771921" y="0"/>
                  </a:lnTo>
                  <a:lnTo>
                    <a:pt x="3771921" y="47624"/>
                  </a:lnTo>
                  <a:close/>
                </a:path>
                <a:path w="5219700" h="2142490">
                  <a:moveTo>
                    <a:pt x="3867171" y="47624"/>
                  </a:moveTo>
                  <a:lnTo>
                    <a:pt x="3819546" y="47624"/>
                  </a:lnTo>
                  <a:lnTo>
                    <a:pt x="3819546" y="0"/>
                  </a:lnTo>
                  <a:lnTo>
                    <a:pt x="3867171" y="0"/>
                  </a:lnTo>
                  <a:lnTo>
                    <a:pt x="3867171" y="47624"/>
                  </a:lnTo>
                  <a:close/>
                </a:path>
                <a:path w="5219700" h="2142490">
                  <a:moveTo>
                    <a:pt x="3962421" y="47624"/>
                  </a:moveTo>
                  <a:lnTo>
                    <a:pt x="3914796" y="47624"/>
                  </a:lnTo>
                  <a:lnTo>
                    <a:pt x="3914796" y="0"/>
                  </a:lnTo>
                  <a:lnTo>
                    <a:pt x="3962421" y="0"/>
                  </a:lnTo>
                  <a:lnTo>
                    <a:pt x="3962421" y="47624"/>
                  </a:lnTo>
                  <a:close/>
                </a:path>
                <a:path w="5219700" h="2142490">
                  <a:moveTo>
                    <a:pt x="4057671" y="47624"/>
                  </a:moveTo>
                  <a:lnTo>
                    <a:pt x="4010046" y="47624"/>
                  </a:lnTo>
                  <a:lnTo>
                    <a:pt x="4010046" y="0"/>
                  </a:lnTo>
                  <a:lnTo>
                    <a:pt x="4057671" y="0"/>
                  </a:lnTo>
                  <a:lnTo>
                    <a:pt x="4057671" y="47624"/>
                  </a:lnTo>
                  <a:close/>
                </a:path>
                <a:path w="5219700" h="2142490">
                  <a:moveTo>
                    <a:pt x="4152921" y="47624"/>
                  </a:moveTo>
                  <a:lnTo>
                    <a:pt x="4105296" y="47624"/>
                  </a:lnTo>
                  <a:lnTo>
                    <a:pt x="4105296" y="0"/>
                  </a:lnTo>
                  <a:lnTo>
                    <a:pt x="4152921" y="0"/>
                  </a:lnTo>
                  <a:lnTo>
                    <a:pt x="4152921" y="47624"/>
                  </a:lnTo>
                  <a:close/>
                </a:path>
                <a:path w="5219700" h="2142490">
                  <a:moveTo>
                    <a:pt x="4248171" y="47624"/>
                  </a:moveTo>
                  <a:lnTo>
                    <a:pt x="4200546" y="47624"/>
                  </a:lnTo>
                  <a:lnTo>
                    <a:pt x="4200546" y="0"/>
                  </a:lnTo>
                  <a:lnTo>
                    <a:pt x="4248171" y="0"/>
                  </a:lnTo>
                  <a:lnTo>
                    <a:pt x="4248171" y="47624"/>
                  </a:lnTo>
                  <a:close/>
                </a:path>
                <a:path w="5219700" h="2142490">
                  <a:moveTo>
                    <a:pt x="4343421" y="47624"/>
                  </a:moveTo>
                  <a:lnTo>
                    <a:pt x="4295796" y="47624"/>
                  </a:lnTo>
                  <a:lnTo>
                    <a:pt x="4295796" y="0"/>
                  </a:lnTo>
                  <a:lnTo>
                    <a:pt x="4343421" y="0"/>
                  </a:lnTo>
                  <a:lnTo>
                    <a:pt x="4343421" y="47624"/>
                  </a:lnTo>
                  <a:close/>
                </a:path>
                <a:path w="5219700" h="2142490">
                  <a:moveTo>
                    <a:pt x="4438671" y="47624"/>
                  </a:moveTo>
                  <a:lnTo>
                    <a:pt x="4391046" y="47624"/>
                  </a:lnTo>
                  <a:lnTo>
                    <a:pt x="4391046" y="0"/>
                  </a:lnTo>
                  <a:lnTo>
                    <a:pt x="4438671" y="0"/>
                  </a:lnTo>
                  <a:lnTo>
                    <a:pt x="4438671" y="47624"/>
                  </a:lnTo>
                  <a:close/>
                </a:path>
                <a:path w="5219700" h="2142490">
                  <a:moveTo>
                    <a:pt x="4533921" y="47624"/>
                  </a:moveTo>
                  <a:lnTo>
                    <a:pt x="4486296" y="47624"/>
                  </a:lnTo>
                  <a:lnTo>
                    <a:pt x="4486296" y="0"/>
                  </a:lnTo>
                  <a:lnTo>
                    <a:pt x="4533921" y="0"/>
                  </a:lnTo>
                  <a:lnTo>
                    <a:pt x="4533921" y="47624"/>
                  </a:lnTo>
                  <a:close/>
                </a:path>
                <a:path w="5219700" h="2142490">
                  <a:moveTo>
                    <a:pt x="4629171" y="47624"/>
                  </a:moveTo>
                  <a:lnTo>
                    <a:pt x="4581546" y="47624"/>
                  </a:lnTo>
                  <a:lnTo>
                    <a:pt x="4581546" y="0"/>
                  </a:lnTo>
                  <a:lnTo>
                    <a:pt x="4629171" y="0"/>
                  </a:lnTo>
                  <a:lnTo>
                    <a:pt x="4629171" y="47624"/>
                  </a:lnTo>
                  <a:close/>
                </a:path>
                <a:path w="5219700" h="2142490">
                  <a:moveTo>
                    <a:pt x="4724421" y="47624"/>
                  </a:moveTo>
                  <a:lnTo>
                    <a:pt x="4676796" y="47624"/>
                  </a:lnTo>
                  <a:lnTo>
                    <a:pt x="4676796" y="0"/>
                  </a:lnTo>
                  <a:lnTo>
                    <a:pt x="4724421" y="0"/>
                  </a:lnTo>
                  <a:lnTo>
                    <a:pt x="4724421" y="47624"/>
                  </a:lnTo>
                  <a:close/>
                </a:path>
                <a:path w="5219700" h="2142490">
                  <a:moveTo>
                    <a:pt x="4811276" y="54140"/>
                  </a:moveTo>
                  <a:lnTo>
                    <a:pt x="4800679" y="52424"/>
                  </a:lnTo>
                  <a:lnTo>
                    <a:pt x="4790048" y="50970"/>
                  </a:lnTo>
                  <a:lnTo>
                    <a:pt x="4779384" y="49777"/>
                  </a:lnTo>
                  <a:lnTo>
                    <a:pt x="4768688" y="48845"/>
                  </a:lnTo>
                  <a:lnTo>
                    <a:pt x="4772164" y="2377"/>
                  </a:lnTo>
                  <a:lnTo>
                    <a:pt x="4772208" y="1791"/>
                  </a:lnTo>
                  <a:lnTo>
                    <a:pt x="4784041" y="2377"/>
                  </a:lnTo>
                  <a:lnTo>
                    <a:pt x="4819386" y="7651"/>
                  </a:lnTo>
                  <a:lnTo>
                    <a:pt x="4811276" y="54140"/>
                  </a:lnTo>
                  <a:close/>
                </a:path>
                <a:path w="5219700" h="2142490">
                  <a:moveTo>
                    <a:pt x="4894009" y="77113"/>
                  </a:moveTo>
                  <a:lnTo>
                    <a:pt x="4883934" y="73358"/>
                  </a:lnTo>
                  <a:lnTo>
                    <a:pt x="4873777" y="69854"/>
                  </a:lnTo>
                  <a:lnTo>
                    <a:pt x="4863538" y="66601"/>
                  </a:lnTo>
                  <a:lnTo>
                    <a:pt x="4853216" y="63597"/>
                  </a:lnTo>
                  <a:lnTo>
                    <a:pt x="4865847" y="18117"/>
                  </a:lnTo>
                  <a:lnTo>
                    <a:pt x="4877308" y="20997"/>
                  </a:lnTo>
                  <a:lnTo>
                    <a:pt x="4911038" y="33077"/>
                  </a:lnTo>
                  <a:lnTo>
                    <a:pt x="4894009" y="77113"/>
                  </a:lnTo>
                  <a:close/>
                </a:path>
                <a:path w="5219700" h="2142490">
                  <a:moveTo>
                    <a:pt x="4970681" y="115782"/>
                  </a:moveTo>
                  <a:lnTo>
                    <a:pt x="4961523" y="110129"/>
                  </a:lnTo>
                  <a:lnTo>
                    <a:pt x="4952233" y="104706"/>
                  </a:lnTo>
                  <a:lnTo>
                    <a:pt x="4942813" y="99512"/>
                  </a:lnTo>
                  <a:lnTo>
                    <a:pt x="4933262" y="94548"/>
                  </a:lnTo>
                  <a:lnTo>
                    <a:pt x="4954523" y="52382"/>
                  </a:lnTo>
                  <a:lnTo>
                    <a:pt x="4964775" y="57227"/>
                  </a:lnTo>
                  <a:lnTo>
                    <a:pt x="4995980" y="75898"/>
                  </a:lnTo>
                  <a:lnTo>
                    <a:pt x="4970681" y="115782"/>
                  </a:lnTo>
                  <a:close/>
                </a:path>
                <a:path w="5219700" h="2142490">
                  <a:moveTo>
                    <a:pt x="5038329" y="168658"/>
                  </a:moveTo>
                  <a:lnTo>
                    <a:pt x="5030437" y="161316"/>
                  </a:lnTo>
                  <a:lnTo>
                    <a:pt x="5022373" y="154175"/>
                  </a:lnTo>
                  <a:lnTo>
                    <a:pt x="5014137" y="147236"/>
                  </a:lnTo>
                  <a:lnTo>
                    <a:pt x="5005730" y="140500"/>
                  </a:lnTo>
                  <a:lnTo>
                    <a:pt x="5034805" y="103284"/>
                  </a:lnTo>
                  <a:lnTo>
                    <a:pt x="5043892" y="110010"/>
                  </a:lnTo>
                  <a:lnTo>
                    <a:pt x="5070915" y="134484"/>
                  </a:lnTo>
                  <a:lnTo>
                    <a:pt x="5038329" y="168658"/>
                  </a:lnTo>
                  <a:close/>
                </a:path>
                <a:path w="5219700" h="2142490">
                  <a:moveTo>
                    <a:pt x="5094479" y="233865"/>
                  </a:moveTo>
                  <a:lnTo>
                    <a:pt x="5088199" y="225157"/>
                  </a:lnTo>
                  <a:lnTo>
                    <a:pt x="5081712" y="216610"/>
                  </a:lnTo>
                  <a:lnTo>
                    <a:pt x="5075017" y="208225"/>
                  </a:lnTo>
                  <a:lnTo>
                    <a:pt x="5068114" y="200002"/>
                  </a:lnTo>
                  <a:lnTo>
                    <a:pt x="5103906" y="169204"/>
                  </a:lnTo>
                  <a:lnTo>
                    <a:pt x="5111792" y="177911"/>
                  </a:lnTo>
                  <a:lnTo>
                    <a:pt x="5133116" y="206715"/>
                  </a:lnTo>
                  <a:lnTo>
                    <a:pt x="5094479" y="233865"/>
                  </a:lnTo>
                  <a:close/>
                </a:path>
                <a:path w="5219700" h="2142490">
                  <a:moveTo>
                    <a:pt x="5136721" y="308619"/>
                  </a:moveTo>
                  <a:lnTo>
                    <a:pt x="5132253" y="298837"/>
                  </a:lnTo>
                  <a:lnTo>
                    <a:pt x="5127550" y="289176"/>
                  </a:lnTo>
                  <a:lnTo>
                    <a:pt x="5122613" y="279635"/>
                  </a:lnTo>
                  <a:lnTo>
                    <a:pt x="5117441" y="270214"/>
                  </a:lnTo>
                  <a:lnTo>
                    <a:pt x="5158562" y="246977"/>
                  </a:lnTo>
                  <a:lnTo>
                    <a:pt x="5164575" y="257028"/>
                  </a:lnTo>
                  <a:lnTo>
                    <a:pt x="5179930" y="289518"/>
                  </a:lnTo>
                  <a:lnTo>
                    <a:pt x="5136721" y="308619"/>
                  </a:lnTo>
                  <a:close/>
                </a:path>
                <a:path w="5219700" h="2142490">
                  <a:moveTo>
                    <a:pt x="5163578" y="390181"/>
                  </a:moveTo>
                  <a:lnTo>
                    <a:pt x="5161140" y="379871"/>
                  </a:lnTo>
                  <a:lnTo>
                    <a:pt x="5158370" y="369306"/>
                  </a:lnTo>
                  <a:lnTo>
                    <a:pt x="5155383" y="358971"/>
                  </a:lnTo>
                  <a:lnTo>
                    <a:pt x="5152141" y="348706"/>
                  </a:lnTo>
                  <a:lnTo>
                    <a:pt x="5197020" y="333924"/>
                  </a:lnTo>
                  <a:lnTo>
                    <a:pt x="5200805" y="344494"/>
                  </a:lnTo>
                  <a:lnTo>
                    <a:pt x="5209655" y="379709"/>
                  </a:lnTo>
                  <a:lnTo>
                    <a:pt x="5209696" y="379871"/>
                  </a:lnTo>
                  <a:lnTo>
                    <a:pt x="5163578" y="390181"/>
                  </a:lnTo>
                  <a:close/>
                </a:path>
                <a:path w="5219700" h="2142490">
                  <a:moveTo>
                    <a:pt x="5174008" y="475410"/>
                  </a:moveTo>
                  <a:lnTo>
                    <a:pt x="5173621" y="464636"/>
                  </a:lnTo>
                  <a:lnTo>
                    <a:pt x="5172970" y="453884"/>
                  </a:lnTo>
                  <a:lnTo>
                    <a:pt x="5172065" y="443283"/>
                  </a:lnTo>
                  <a:lnTo>
                    <a:pt x="5170875" y="432443"/>
                  </a:lnTo>
                  <a:lnTo>
                    <a:pt x="5217774" y="426694"/>
                  </a:lnTo>
                  <a:lnTo>
                    <a:pt x="5219426" y="437762"/>
                  </a:lnTo>
                  <a:lnTo>
                    <a:pt x="5219693" y="443153"/>
                  </a:lnTo>
                  <a:lnTo>
                    <a:pt x="5219699" y="474330"/>
                  </a:lnTo>
                  <a:lnTo>
                    <a:pt x="5174008" y="475410"/>
                  </a:lnTo>
                  <a:close/>
                </a:path>
                <a:path w="5219700" h="2142490">
                  <a:moveTo>
                    <a:pt x="5219699" y="569633"/>
                  </a:moveTo>
                  <a:lnTo>
                    <a:pt x="5174130" y="569633"/>
                  </a:lnTo>
                  <a:lnTo>
                    <a:pt x="5174130" y="522008"/>
                  </a:lnTo>
                  <a:lnTo>
                    <a:pt x="5219699" y="522008"/>
                  </a:lnTo>
                  <a:lnTo>
                    <a:pt x="5219699" y="569633"/>
                  </a:lnTo>
                  <a:close/>
                </a:path>
                <a:path w="5219700" h="2142490">
                  <a:moveTo>
                    <a:pt x="5219699" y="664883"/>
                  </a:moveTo>
                  <a:lnTo>
                    <a:pt x="5174130" y="664883"/>
                  </a:lnTo>
                  <a:lnTo>
                    <a:pt x="5174130" y="617258"/>
                  </a:lnTo>
                  <a:lnTo>
                    <a:pt x="5219699" y="617258"/>
                  </a:lnTo>
                  <a:lnTo>
                    <a:pt x="5219699" y="664883"/>
                  </a:lnTo>
                  <a:close/>
                </a:path>
                <a:path w="5219700" h="2142490">
                  <a:moveTo>
                    <a:pt x="5219699" y="760133"/>
                  </a:moveTo>
                  <a:lnTo>
                    <a:pt x="5174130" y="760133"/>
                  </a:lnTo>
                  <a:lnTo>
                    <a:pt x="5174130" y="712508"/>
                  </a:lnTo>
                  <a:lnTo>
                    <a:pt x="5219699" y="712508"/>
                  </a:lnTo>
                  <a:lnTo>
                    <a:pt x="5219699" y="760133"/>
                  </a:lnTo>
                  <a:close/>
                </a:path>
                <a:path w="5219700" h="2142490">
                  <a:moveTo>
                    <a:pt x="5219699" y="855383"/>
                  </a:moveTo>
                  <a:lnTo>
                    <a:pt x="5174130" y="855383"/>
                  </a:lnTo>
                  <a:lnTo>
                    <a:pt x="5174130" y="807758"/>
                  </a:lnTo>
                  <a:lnTo>
                    <a:pt x="5219699" y="807758"/>
                  </a:lnTo>
                  <a:lnTo>
                    <a:pt x="5219699" y="855383"/>
                  </a:lnTo>
                  <a:close/>
                </a:path>
                <a:path w="5219700" h="2142490">
                  <a:moveTo>
                    <a:pt x="5219699" y="950633"/>
                  </a:moveTo>
                  <a:lnTo>
                    <a:pt x="5174130" y="950633"/>
                  </a:lnTo>
                  <a:lnTo>
                    <a:pt x="5174130" y="903008"/>
                  </a:lnTo>
                  <a:lnTo>
                    <a:pt x="5219699" y="903008"/>
                  </a:lnTo>
                  <a:lnTo>
                    <a:pt x="5219699" y="950633"/>
                  </a:lnTo>
                  <a:close/>
                </a:path>
                <a:path w="5219700" h="2142490">
                  <a:moveTo>
                    <a:pt x="5219699" y="1045882"/>
                  </a:moveTo>
                  <a:lnTo>
                    <a:pt x="5174130" y="1045882"/>
                  </a:lnTo>
                  <a:lnTo>
                    <a:pt x="5174130" y="998258"/>
                  </a:lnTo>
                  <a:lnTo>
                    <a:pt x="5219699" y="998258"/>
                  </a:lnTo>
                  <a:lnTo>
                    <a:pt x="5219699" y="1045882"/>
                  </a:lnTo>
                  <a:close/>
                </a:path>
                <a:path w="5219700" h="2142490">
                  <a:moveTo>
                    <a:pt x="5219699" y="1141133"/>
                  </a:moveTo>
                  <a:lnTo>
                    <a:pt x="5174130" y="1141133"/>
                  </a:lnTo>
                  <a:lnTo>
                    <a:pt x="5174130" y="1093507"/>
                  </a:lnTo>
                  <a:lnTo>
                    <a:pt x="5219699" y="1093507"/>
                  </a:lnTo>
                  <a:lnTo>
                    <a:pt x="5219699" y="1141133"/>
                  </a:lnTo>
                  <a:close/>
                </a:path>
                <a:path w="5219700" h="2142490">
                  <a:moveTo>
                    <a:pt x="5219699" y="1236383"/>
                  </a:moveTo>
                  <a:lnTo>
                    <a:pt x="5174130" y="1236383"/>
                  </a:lnTo>
                  <a:lnTo>
                    <a:pt x="5174130" y="1188758"/>
                  </a:lnTo>
                  <a:lnTo>
                    <a:pt x="5219699" y="1188758"/>
                  </a:lnTo>
                  <a:lnTo>
                    <a:pt x="5219699" y="1236383"/>
                  </a:lnTo>
                  <a:close/>
                </a:path>
                <a:path w="5219700" h="2142490">
                  <a:moveTo>
                    <a:pt x="5219699" y="1331633"/>
                  </a:moveTo>
                  <a:lnTo>
                    <a:pt x="5174130" y="1331633"/>
                  </a:lnTo>
                  <a:lnTo>
                    <a:pt x="5174130" y="1284008"/>
                  </a:lnTo>
                  <a:lnTo>
                    <a:pt x="5219699" y="1284008"/>
                  </a:lnTo>
                  <a:lnTo>
                    <a:pt x="5219699" y="1331633"/>
                  </a:lnTo>
                  <a:close/>
                </a:path>
                <a:path w="5219700" h="2142490">
                  <a:moveTo>
                    <a:pt x="5219699" y="1426883"/>
                  </a:moveTo>
                  <a:lnTo>
                    <a:pt x="5174130" y="1426883"/>
                  </a:lnTo>
                  <a:lnTo>
                    <a:pt x="5174130" y="1379258"/>
                  </a:lnTo>
                  <a:lnTo>
                    <a:pt x="5219699" y="1379258"/>
                  </a:lnTo>
                  <a:lnTo>
                    <a:pt x="5219699" y="1426883"/>
                  </a:lnTo>
                  <a:close/>
                </a:path>
                <a:path w="5219700" h="2142490">
                  <a:moveTo>
                    <a:pt x="5219699" y="1522132"/>
                  </a:moveTo>
                  <a:lnTo>
                    <a:pt x="5174130" y="1522132"/>
                  </a:lnTo>
                  <a:lnTo>
                    <a:pt x="5174130" y="1474508"/>
                  </a:lnTo>
                  <a:lnTo>
                    <a:pt x="5219699" y="1474508"/>
                  </a:lnTo>
                  <a:lnTo>
                    <a:pt x="5219699" y="1522132"/>
                  </a:lnTo>
                  <a:close/>
                </a:path>
                <a:path w="5219700" h="2142490">
                  <a:moveTo>
                    <a:pt x="5219699" y="1617382"/>
                  </a:moveTo>
                  <a:lnTo>
                    <a:pt x="5174130" y="1617382"/>
                  </a:lnTo>
                  <a:lnTo>
                    <a:pt x="5174130" y="1569757"/>
                  </a:lnTo>
                  <a:lnTo>
                    <a:pt x="5219699" y="1569757"/>
                  </a:lnTo>
                  <a:lnTo>
                    <a:pt x="5219699" y="1617382"/>
                  </a:lnTo>
                  <a:close/>
                </a:path>
                <a:path w="5219700" h="2142490">
                  <a:moveTo>
                    <a:pt x="5218154" y="1712726"/>
                  </a:moveTo>
                  <a:lnTo>
                    <a:pt x="5171148" y="1707214"/>
                  </a:lnTo>
                  <a:lnTo>
                    <a:pt x="5172272" y="1696493"/>
                  </a:lnTo>
                  <a:lnTo>
                    <a:pt x="5173131" y="1685753"/>
                  </a:lnTo>
                  <a:lnTo>
                    <a:pt x="5173726" y="1674993"/>
                  </a:lnTo>
                  <a:lnTo>
                    <a:pt x="5174030" y="1665050"/>
                  </a:lnTo>
                  <a:lnTo>
                    <a:pt x="5174056" y="1664213"/>
                  </a:lnTo>
                  <a:lnTo>
                    <a:pt x="5219699" y="1665050"/>
                  </a:lnTo>
                  <a:lnTo>
                    <a:pt x="5219699" y="1698682"/>
                  </a:lnTo>
                  <a:lnTo>
                    <a:pt x="5219426" y="1704203"/>
                  </a:lnTo>
                  <a:lnTo>
                    <a:pt x="5218154" y="1712726"/>
                  </a:lnTo>
                  <a:close/>
                </a:path>
                <a:path w="5219700" h="2142490">
                  <a:moveTo>
                    <a:pt x="5197888" y="1805617"/>
                  </a:moveTo>
                  <a:lnTo>
                    <a:pt x="5152854" y="1791044"/>
                  </a:lnTo>
                  <a:lnTo>
                    <a:pt x="5156042" y="1780762"/>
                  </a:lnTo>
                  <a:lnTo>
                    <a:pt x="5158975" y="1770411"/>
                  </a:lnTo>
                  <a:lnTo>
                    <a:pt x="5161652" y="1759992"/>
                  </a:lnTo>
                  <a:lnTo>
                    <a:pt x="5164074" y="1749505"/>
                  </a:lnTo>
                  <a:lnTo>
                    <a:pt x="5210326" y="1759588"/>
                  </a:lnTo>
                  <a:lnTo>
                    <a:pt x="5200805" y="1797471"/>
                  </a:lnTo>
                  <a:lnTo>
                    <a:pt x="5197888" y="1805617"/>
                  </a:lnTo>
                  <a:close/>
                </a:path>
                <a:path w="5219700" h="2142490">
                  <a:moveTo>
                    <a:pt x="5159884" y="1892779"/>
                  </a:moveTo>
                  <a:lnTo>
                    <a:pt x="5118565" y="1869717"/>
                  </a:lnTo>
                  <a:lnTo>
                    <a:pt x="5123688" y="1860268"/>
                  </a:lnTo>
                  <a:lnTo>
                    <a:pt x="5128576" y="1850701"/>
                  </a:lnTo>
                  <a:lnTo>
                    <a:pt x="5133227" y="1841016"/>
                  </a:lnTo>
                  <a:lnTo>
                    <a:pt x="5137643" y="1831213"/>
                  </a:lnTo>
                  <a:lnTo>
                    <a:pt x="5181029" y="1850122"/>
                  </a:lnTo>
                  <a:lnTo>
                    <a:pt x="5164575" y="1884937"/>
                  </a:lnTo>
                  <a:lnTo>
                    <a:pt x="5159884" y="1892779"/>
                  </a:lnTo>
                  <a:close/>
                </a:path>
                <a:path w="5219700" h="2142490">
                  <a:moveTo>
                    <a:pt x="5105634" y="1970854"/>
                  </a:moveTo>
                  <a:lnTo>
                    <a:pt x="5069610" y="1940184"/>
                  </a:lnTo>
                  <a:lnTo>
                    <a:pt x="5076468" y="1931927"/>
                  </a:lnTo>
                  <a:lnTo>
                    <a:pt x="5083116" y="1923510"/>
                  </a:lnTo>
                  <a:lnTo>
                    <a:pt x="5089556" y="1914933"/>
                  </a:lnTo>
                  <a:lnTo>
                    <a:pt x="5095788" y="1906196"/>
                  </a:lnTo>
                  <a:lnTo>
                    <a:pt x="5134638" y="1933193"/>
                  </a:lnTo>
                  <a:lnTo>
                    <a:pt x="5111792" y="1964054"/>
                  </a:lnTo>
                  <a:lnTo>
                    <a:pt x="5105634" y="1970854"/>
                  </a:lnTo>
                  <a:close/>
                </a:path>
                <a:path w="5219700" h="2142490">
                  <a:moveTo>
                    <a:pt x="5036864" y="2037157"/>
                  </a:moveTo>
                  <a:lnTo>
                    <a:pt x="5007533" y="2000017"/>
                  </a:lnTo>
                  <a:lnTo>
                    <a:pt x="5015910" y="1993233"/>
                  </a:lnTo>
                  <a:lnTo>
                    <a:pt x="5024113" y="1986248"/>
                  </a:lnTo>
                  <a:lnTo>
                    <a:pt x="5032143" y="1979062"/>
                  </a:lnTo>
                  <a:lnTo>
                    <a:pt x="5040000" y="1971675"/>
                  </a:lnTo>
                  <a:lnTo>
                    <a:pt x="5072831" y="2005746"/>
                  </a:lnTo>
                  <a:lnTo>
                    <a:pt x="5043892" y="2031954"/>
                  </a:lnTo>
                  <a:lnTo>
                    <a:pt x="5036864" y="2037157"/>
                  </a:lnTo>
                  <a:close/>
                </a:path>
                <a:path w="5219700" h="2142490">
                  <a:moveTo>
                    <a:pt x="4956837" y="2088489"/>
                  </a:moveTo>
                  <a:lnTo>
                    <a:pt x="4935310" y="2046346"/>
                  </a:lnTo>
                  <a:lnTo>
                    <a:pt x="4944836" y="2041331"/>
                  </a:lnTo>
                  <a:lnTo>
                    <a:pt x="4954230" y="2036088"/>
                  </a:lnTo>
                  <a:lnTo>
                    <a:pt x="4963492" y="2030615"/>
                  </a:lnTo>
                  <a:lnTo>
                    <a:pt x="4972623" y="2024913"/>
                  </a:lnTo>
                  <a:lnTo>
                    <a:pt x="4998185" y="2064748"/>
                  </a:lnTo>
                  <a:lnTo>
                    <a:pt x="4964775" y="2084738"/>
                  </a:lnTo>
                  <a:lnTo>
                    <a:pt x="4956837" y="2088489"/>
                  </a:lnTo>
                  <a:close/>
                </a:path>
                <a:path w="5219700" h="2142490">
                  <a:moveTo>
                    <a:pt x="4868326" y="2123225"/>
                  </a:moveTo>
                  <a:lnTo>
                    <a:pt x="4855429" y="2077715"/>
                  </a:lnTo>
                  <a:lnTo>
                    <a:pt x="4865735" y="2074658"/>
                  </a:lnTo>
                  <a:lnTo>
                    <a:pt x="4875957" y="2071351"/>
                  </a:lnTo>
                  <a:lnTo>
                    <a:pt x="4886094" y="2067794"/>
                  </a:lnTo>
                  <a:lnTo>
                    <a:pt x="4896146" y="2063987"/>
                  </a:lnTo>
                  <a:lnTo>
                    <a:pt x="4913442" y="2108026"/>
                  </a:lnTo>
                  <a:lnTo>
                    <a:pt x="4877308" y="2120968"/>
                  </a:lnTo>
                  <a:lnTo>
                    <a:pt x="4868326" y="2123225"/>
                  </a:lnTo>
                  <a:close/>
                </a:path>
                <a:path w="5219700" h="2142490">
                  <a:moveTo>
                    <a:pt x="4774757" y="2140048"/>
                  </a:moveTo>
                  <a:lnTo>
                    <a:pt x="4770982" y="2092910"/>
                  </a:lnTo>
                  <a:lnTo>
                    <a:pt x="4781669" y="2091923"/>
                  </a:lnTo>
                  <a:lnTo>
                    <a:pt x="4792323" y="2090674"/>
                  </a:lnTo>
                  <a:lnTo>
                    <a:pt x="4802942" y="2089165"/>
                  </a:lnTo>
                  <a:lnTo>
                    <a:pt x="4813527" y="2087395"/>
                  </a:lnTo>
                  <a:lnTo>
                    <a:pt x="4821896" y="2133939"/>
                  </a:lnTo>
                  <a:lnTo>
                    <a:pt x="4784041" y="2139588"/>
                  </a:lnTo>
                  <a:lnTo>
                    <a:pt x="4774757" y="2140048"/>
                  </a:lnTo>
                  <a:close/>
                </a:path>
                <a:path w="5219700" h="2142490">
                  <a:moveTo>
                    <a:pt x="4726965" y="2141965"/>
                  </a:moveTo>
                  <a:lnTo>
                    <a:pt x="4679340" y="2141965"/>
                  </a:lnTo>
                  <a:lnTo>
                    <a:pt x="4679340" y="2094309"/>
                  </a:lnTo>
                  <a:lnTo>
                    <a:pt x="4726965" y="2094309"/>
                  </a:lnTo>
                  <a:lnTo>
                    <a:pt x="4726965" y="2141965"/>
                  </a:lnTo>
                  <a:close/>
                </a:path>
                <a:path w="5219700" h="2142490">
                  <a:moveTo>
                    <a:pt x="4631715" y="2141965"/>
                  </a:moveTo>
                  <a:lnTo>
                    <a:pt x="4584090" y="2141965"/>
                  </a:lnTo>
                  <a:lnTo>
                    <a:pt x="4584090" y="2094309"/>
                  </a:lnTo>
                  <a:lnTo>
                    <a:pt x="4631715" y="2094309"/>
                  </a:lnTo>
                  <a:lnTo>
                    <a:pt x="4631715" y="2141965"/>
                  </a:lnTo>
                  <a:close/>
                </a:path>
                <a:path w="5219700" h="2142490">
                  <a:moveTo>
                    <a:pt x="4536465" y="2141965"/>
                  </a:moveTo>
                  <a:lnTo>
                    <a:pt x="4488840" y="2141965"/>
                  </a:lnTo>
                  <a:lnTo>
                    <a:pt x="4488840" y="2094309"/>
                  </a:lnTo>
                  <a:lnTo>
                    <a:pt x="4536465" y="2094309"/>
                  </a:lnTo>
                  <a:lnTo>
                    <a:pt x="4536465" y="2141965"/>
                  </a:lnTo>
                  <a:close/>
                </a:path>
                <a:path w="5219700" h="2142490">
                  <a:moveTo>
                    <a:pt x="4441215" y="2141965"/>
                  </a:moveTo>
                  <a:lnTo>
                    <a:pt x="4393590" y="2141965"/>
                  </a:lnTo>
                  <a:lnTo>
                    <a:pt x="4393590" y="2094309"/>
                  </a:lnTo>
                  <a:lnTo>
                    <a:pt x="4441215" y="2094309"/>
                  </a:lnTo>
                  <a:lnTo>
                    <a:pt x="4441215" y="2141965"/>
                  </a:lnTo>
                  <a:close/>
                </a:path>
                <a:path w="5219700" h="2142490">
                  <a:moveTo>
                    <a:pt x="4345965" y="2141965"/>
                  </a:moveTo>
                  <a:lnTo>
                    <a:pt x="4298340" y="2141965"/>
                  </a:lnTo>
                  <a:lnTo>
                    <a:pt x="4298340" y="2094309"/>
                  </a:lnTo>
                  <a:lnTo>
                    <a:pt x="4345965" y="2094309"/>
                  </a:lnTo>
                  <a:lnTo>
                    <a:pt x="4345965" y="2141965"/>
                  </a:lnTo>
                  <a:close/>
                </a:path>
                <a:path w="5219700" h="2142490">
                  <a:moveTo>
                    <a:pt x="4250715" y="2141965"/>
                  </a:moveTo>
                  <a:lnTo>
                    <a:pt x="4203090" y="2141965"/>
                  </a:lnTo>
                  <a:lnTo>
                    <a:pt x="4203090" y="2094309"/>
                  </a:lnTo>
                  <a:lnTo>
                    <a:pt x="4250715" y="2094309"/>
                  </a:lnTo>
                  <a:lnTo>
                    <a:pt x="4250715" y="2141965"/>
                  </a:lnTo>
                  <a:close/>
                </a:path>
                <a:path w="5219700" h="2142490">
                  <a:moveTo>
                    <a:pt x="4155465" y="2141965"/>
                  </a:moveTo>
                  <a:lnTo>
                    <a:pt x="4107840" y="2141965"/>
                  </a:lnTo>
                  <a:lnTo>
                    <a:pt x="4107840" y="2094309"/>
                  </a:lnTo>
                  <a:lnTo>
                    <a:pt x="4155465" y="2094309"/>
                  </a:lnTo>
                  <a:lnTo>
                    <a:pt x="4155465" y="2141965"/>
                  </a:lnTo>
                  <a:close/>
                </a:path>
                <a:path w="5219700" h="2142490">
                  <a:moveTo>
                    <a:pt x="4060215" y="2141965"/>
                  </a:moveTo>
                  <a:lnTo>
                    <a:pt x="4012590" y="2141965"/>
                  </a:lnTo>
                  <a:lnTo>
                    <a:pt x="4012590" y="2094309"/>
                  </a:lnTo>
                  <a:lnTo>
                    <a:pt x="4060215" y="2094309"/>
                  </a:lnTo>
                  <a:lnTo>
                    <a:pt x="4060215" y="2141965"/>
                  </a:lnTo>
                  <a:close/>
                </a:path>
                <a:path w="5219700" h="2142490">
                  <a:moveTo>
                    <a:pt x="3964965" y="2141965"/>
                  </a:moveTo>
                  <a:lnTo>
                    <a:pt x="3917340" y="2141965"/>
                  </a:lnTo>
                  <a:lnTo>
                    <a:pt x="3917340" y="2094309"/>
                  </a:lnTo>
                  <a:lnTo>
                    <a:pt x="3964965" y="2094309"/>
                  </a:lnTo>
                  <a:lnTo>
                    <a:pt x="3964965" y="2141965"/>
                  </a:lnTo>
                  <a:close/>
                </a:path>
                <a:path w="5219700" h="2142490">
                  <a:moveTo>
                    <a:pt x="3869715" y="2141965"/>
                  </a:moveTo>
                  <a:lnTo>
                    <a:pt x="3822090" y="2141965"/>
                  </a:lnTo>
                  <a:lnTo>
                    <a:pt x="3822090" y="2094309"/>
                  </a:lnTo>
                  <a:lnTo>
                    <a:pt x="3869715" y="2094309"/>
                  </a:lnTo>
                  <a:lnTo>
                    <a:pt x="3869715" y="2141965"/>
                  </a:lnTo>
                  <a:close/>
                </a:path>
                <a:path w="5219700" h="2142490">
                  <a:moveTo>
                    <a:pt x="3774465" y="2141965"/>
                  </a:moveTo>
                  <a:lnTo>
                    <a:pt x="3726840" y="2141965"/>
                  </a:lnTo>
                  <a:lnTo>
                    <a:pt x="3726840" y="2094309"/>
                  </a:lnTo>
                  <a:lnTo>
                    <a:pt x="3774465" y="2094309"/>
                  </a:lnTo>
                  <a:lnTo>
                    <a:pt x="3774465" y="2141965"/>
                  </a:lnTo>
                  <a:close/>
                </a:path>
                <a:path w="5219700" h="2142490">
                  <a:moveTo>
                    <a:pt x="3679215" y="2141965"/>
                  </a:moveTo>
                  <a:lnTo>
                    <a:pt x="3631590" y="2141965"/>
                  </a:lnTo>
                  <a:lnTo>
                    <a:pt x="3631590" y="2094309"/>
                  </a:lnTo>
                  <a:lnTo>
                    <a:pt x="3679215" y="2094309"/>
                  </a:lnTo>
                  <a:lnTo>
                    <a:pt x="3679215" y="2141965"/>
                  </a:lnTo>
                  <a:close/>
                </a:path>
                <a:path w="5219700" h="2142490">
                  <a:moveTo>
                    <a:pt x="3583965" y="2141965"/>
                  </a:moveTo>
                  <a:lnTo>
                    <a:pt x="3536340" y="2141965"/>
                  </a:lnTo>
                  <a:lnTo>
                    <a:pt x="3536340" y="2094309"/>
                  </a:lnTo>
                  <a:lnTo>
                    <a:pt x="3583965" y="2094309"/>
                  </a:lnTo>
                  <a:lnTo>
                    <a:pt x="3583965" y="2141965"/>
                  </a:lnTo>
                  <a:close/>
                </a:path>
                <a:path w="5219700" h="2142490">
                  <a:moveTo>
                    <a:pt x="3488715" y="2141965"/>
                  </a:moveTo>
                  <a:lnTo>
                    <a:pt x="3441090" y="2141965"/>
                  </a:lnTo>
                  <a:lnTo>
                    <a:pt x="3441090" y="2094309"/>
                  </a:lnTo>
                  <a:lnTo>
                    <a:pt x="3488715" y="2094309"/>
                  </a:lnTo>
                  <a:lnTo>
                    <a:pt x="3488715" y="2141965"/>
                  </a:lnTo>
                  <a:close/>
                </a:path>
                <a:path w="5219700" h="2142490">
                  <a:moveTo>
                    <a:pt x="3393465" y="2141965"/>
                  </a:moveTo>
                  <a:lnTo>
                    <a:pt x="3345840" y="2141965"/>
                  </a:lnTo>
                  <a:lnTo>
                    <a:pt x="3345840" y="2094309"/>
                  </a:lnTo>
                  <a:lnTo>
                    <a:pt x="3393465" y="2094309"/>
                  </a:lnTo>
                  <a:lnTo>
                    <a:pt x="3393465" y="2141965"/>
                  </a:lnTo>
                  <a:close/>
                </a:path>
                <a:path w="5219700" h="2142490">
                  <a:moveTo>
                    <a:pt x="3298215" y="2141965"/>
                  </a:moveTo>
                  <a:lnTo>
                    <a:pt x="3250590" y="2141965"/>
                  </a:lnTo>
                  <a:lnTo>
                    <a:pt x="3250590" y="2094309"/>
                  </a:lnTo>
                  <a:lnTo>
                    <a:pt x="3298215" y="2094309"/>
                  </a:lnTo>
                  <a:lnTo>
                    <a:pt x="3298215" y="2141965"/>
                  </a:lnTo>
                  <a:close/>
                </a:path>
                <a:path w="5219700" h="2142490">
                  <a:moveTo>
                    <a:pt x="3202965" y="2141965"/>
                  </a:moveTo>
                  <a:lnTo>
                    <a:pt x="3155340" y="2141965"/>
                  </a:lnTo>
                  <a:lnTo>
                    <a:pt x="3155340" y="2094309"/>
                  </a:lnTo>
                  <a:lnTo>
                    <a:pt x="3202965" y="2094309"/>
                  </a:lnTo>
                  <a:lnTo>
                    <a:pt x="3202965" y="2141965"/>
                  </a:lnTo>
                  <a:close/>
                </a:path>
                <a:path w="5219700" h="2142490">
                  <a:moveTo>
                    <a:pt x="3107715" y="2141965"/>
                  </a:moveTo>
                  <a:lnTo>
                    <a:pt x="3060090" y="2141965"/>
                  </a:lnTo>
                  <a:lnTo>
                    <a:pt x="3060090" y="2094309"/>
                  </a:lnTo>
                  <a:lnTo>
                    <a:pt x="3107715" y="2094309"/>
                  </a:lnTo>
                  <a:lnTo>
                    <a:pt x="3107715" y="2141965"/>
                  </a:lnTo>
                  <a:close/>
                </a:path>
                <a:path w="5219700" h="2142490">
                  <a:moveTo>
                    <a:pt x="3012465" y="2141965"/>
                  </a:moveTo>
                  <a:lnTo>
                    <a:pt x="2964840" y="2141965"/>
                  </a:lnTo>
                  <a:lnTo>
                    <a:pt x="2964840" y="2094309"/>
                  </a:lnTo>
                  <a:lnTo>
                    <a:pt x="3012465" y="2094309"/>
                  </a:lnTo>
                  <a:lnTo>
                    <a:pt x="3012465" y="2141965"/>
                  </a:lnTo>
                  <a:close/>
                </a:path>
                <a:path w="5219700" h="2142490">
                  <a:moveTo>
                    <a:pt x="2917215" y="2141965"/>
                  </a:moveTo>
                  <a:lnTo>
                    <a:pt x="2869590" y="2141965"/>
                  </a:lnTo>
                  <a:lnTo>
                    <a:pt x="2869590" y="2094309"/>
                  </a:lnTo>
                  <a:lnTo>
                    <a:pt x="2917215" y="2094309"/>
                  </a:lnTo>
                  <a:lnTo>
                    <a:pt x="2917215" y="2141965"/>
                  </a:lnTo>
                  <a:close/>
                </a:path>
                <a:path w="5219700" h="2142490">
                  <a:moveTo>
                    <a:pt x="2821965" y="2141965"/>
                  </a:moveTo>
                  <a:lnTo>
                    <a:pt x="2774340" y="2141965"/>
                  </a:lnTo>
                  <a:lnTo>
                    <a:pt x="2774340" y="2094309"/>
                  </a:lnTo>
                  <a:lnTo>
                    <a:pt x="2821965" y="2094309"/>
                  </a:lnTo>
                  <a:lnTo>
                    <a:pt x="2821965" y="2141965"/>
                  </a:lnTo>
                  <a:close/>
                </a:path>
                <a:path w="5219700" h="2142490">
                  <a:moveTo>
                    <a:pt x="2726715" y="2141965"/>
                  </a:moveTo>
                  <a:lnTo>
                    <a:pt x="2679090" y="2141965"/>
                  </a:lnTo>
                  <a:lnTo>
                    <a:pt x="2679090" y="2094309"/>
                  </a:lnTo>
                  <a:lnTo>
                    <a:pt x="2726715" y="2094309"/>
                  </a:lnTo>
                  <a:lnTo>
                    <a:pt x="2726715" y="2141965"/>
                  </a:lnTo>
                  <a:close/>
                </a:path>
                <a:path w="5219700" h="2142490">
                  <a:moveTo>
                    <a:pt x="2631465" y="2141965"/>
                  </a:moveTo>
                  <a:lnTo>
                    <a:pt x="2583840" y="2141965"/>
                  </a:lnTo>
                  <a:lnTo>
                    <a:pt x="2583840" y="2094309"/>
                  </a:lnTo>
                  <a:lnTo>
                    <a:pt x="2631465" y="2094309"/>
                  </a:lnTo>
                  <a:lnTo>
                    <a:pt x="2631465" y="2141965"/>
                  </a:lnTo>
                  <a:close/>
                </a:path>
                <a:path w="5219700" h="2142490">
                  <a:moveTo>
                    <a:pt x="2536215" y="2141965"/>
                  </a:moveTo>
                  <a:lnTo>
                    <a:pt x="2488590" y="2141965"/>
                  </a:lnTo>
                  <a:lnTo>
                    <a:pt x="2488590" y="2094309"/>
                  </a:lnTo>
                  <a:lnTo>
                    <a:pt x="2536215" y="2094309"/>
                  </a:lnTo>
                  <a:lnTo>
                    <a:pt x="2536215" y="2141965"/>
                  </a:lnTo>
                  <a:close/>
                </a:path>
                <a:path w="5219700" h="2142490">
                  <a:moveTo>
                    <a:pt x="2440965" y="2141965"/>
                  </a:moveTo>
                  <a:lnTo>
                    <a:pt x="2393340" y="2141965"/>
                  </a:lnTo>
                  <a:lnTo>
                    <a:pt x="2393340" y="2094309"/>
                  </a:lnTo>
                  <a:lnTo>
                    <a:pt x="2440965" y="2094309"/>
                  </a:lnTo>
                  <a:lnTo>
                    <a:pt x="2440965" y="2141965"/>
                  </a:lnTo>
                  <a:close/>
                </a:path>
                <a:path w="5219700" h="2142490">
                  <a:moveTo>
                    <a:pt x="2345715" y="2141965"/>
                  </a:moveTo>
                  <a:lnTo>
                    <a:pt x="2298090" y="2141965"/>
                  </a:lnTo>
                  <a:lnTo>
                    <a:pt x="2298090" y="2094309"/>
                  </a:lnTo>
                  <a:lnTo>
                    <a:pt x="2345715" y="2094309"/>
                  </a:lnTo>
                  <a:lnTo>
                    <a:pt x="2345715" y="2141965"/>
                  </a:lnTo>
                  <a:close/>
                </a:path>
                <a:path w="5219700" h="2142490">
                  <a:moveTo>
                    <a:pt x="2250465" y="2141965"/>
                  </a:moveTo>
                  <a:lnTo>
                    <a:pt x="2202840" y="2141965"/>
                  </a:lnTo>
                  <a:lnTo>
                    <a:pt x="2202840" y="2094309"/>
                  </a:lnTo>
                  <a:lnTo>
                    <a:pt x="2250465" y="2094309"/>
                  </a:lnTo>
                  <a:lnTo>
                    <a:pt x="2250465" y="2141965"/>
                  </a:lnTo>
                  <a:close/>
                </a:path>
                <a:path w="5219700" h="2142490">
                  <a:moveTo>
                    <a:pt x="2155215" y="2141965"/>
                  </a:moveTo>
                  <a:lnTo>
                    <a:pt x="2107590" y="2141965"/>
                  </a:lnTo>
                  <a:lnTo>
                    <a:pt x="2107590" y="2094309"/>
                  </a:lnTo>
                  <a:lnTo>
                    <a:pt x="2155215" y="2094309"/>
                  </a:lnTo>
                  <a:lnTo>
                    <a:pt x="2155215" y="2141965"/>
                  </a:lnTo>
                  <a:close/>
                </a:path>
                <a:path w="5219700" h="2142490">
                  <a:moveTo>
                    <a:pt x="2059965" y="2141965"/>
                  </a:moveTo>
                  <a:lnTo>
                    <a:pt x="2012340" y="2141965"/>
                  </a:lnTo>
                  <a:lnTo>
                    <a:pt x="2012340" y="2094309"/>
                  </a:lnTo>
                  <a:lnTo>
                    <a:pt x="2059965" y="2094309"/>
                  </a:lnTo>
                  <a:lnTo>
                    <a:pt x="2059965" y="2141965"/>
                  </a:lnTo>
                  <a:close/>
                </a:path>
                <a:path w="5219700" h="2142490">
                  <a:moveTo>
                    <a:pt x="1964715" y="2141965"/>
                  </a:moveTo>
                  <a:lnTo>
                    <a:pt x="1917090" y="2141965"/>
                  </a:lnTo>
                  <a:lnTo>
                    <a:pt x="1917090" y="2094309"/>
                  </a:lnTo>
                  <a:lnTo>
                    <a:pt x="1964715" y="2094309"/>
                  </a:lnTo>
                  <a:lnTo>
                    <a:pt x="1964715" y="2141965"/>
                  </a:lnTo>
                  <a:close/>
                </a:path>
                <a:path w="5219700" h="2142490">
                  <a:moveTo>
                    <a:pt x="1869465" y="2141965"/>
                  </a:moveTo>
                  <a:lnTo>
                    <a:pt x="1821840" y="2141965"/>
                  </a:lnTo>
                  <a:lnTo>
                    <a:pt x="1821840" y="2094309"/>
                  </a:lnTo>
                  <a:lnTo>
                    <a:pt x="1869465" y="2094309"/>
                  </a:lnTo>
                  <a:lnTo>
                    <a:pt x="1869465" y="2141965"/>
                  </a:lnTo>
                  <a:close/>
                </a:path>
                <a:path w="5219700" h="2142490">
                  <a:moveTo>
                    <a:pt x="1774215" y="2141965"/>
                  </a:moveTo>
                  <a:lnTo>
                    <a:pt x="1726590" y="2141965"/>
                  </a:lnTo>
                  <a:lnTo>
                    <a:pt x="1726590" y="2094309"/>
                  </a:lnTo>
                  <a:lnTo>
                    <a:pt x="1774215" y="2094309"/>
                  </a:lnTo>
                  <a:lnTo>
                    <a:pt x="1774215" y="2141965"/>
                  </a:lnTo>
                  <a:close/>
                </a:path>
                <a:path w="5219700" h="2142490">
                  <a:moveTo>
                    <a:pt x="1678965" y="2141965"/>
                  </a:moveTo>
                  <a:lnTo>
                    <a:pt x="1631340" y="2141965"/>
                  </a:lnTo>
                  <a:lnTo>
                    <a:pt x="1631340" y="2094309"/>
                  </a:lnTo>
                  <a:lnTo>
                    <a:pt x="1678965" y="2094309"/>
                  </a:lnTo>
                  <a:lnTo>
                    <a:pt x="1678965" y="2141965"/>
                  </a:lnTo>
                  <a:close/>
                </a:path>
                <a:path w="5219700" h="2142490">
                  <a:moveTo>
                    <a:pt x="1583715" y="2141965"/>
                  </a:moveTo>
                  <a:lnTo>
                    <a:pt x="1536090" y="2141965"/>
                  </a:lnTo>
                  <a:lnTo>
                    <a:pt x="1536090" y="2094309"/>
                  </a:lnTo>
                  <a:lnTo>
                    <a:pt x="1583715" y="2094309"/>
                  </a:lnTo>
                  <a:lnTo>
                    <a:pt x="1583715" y="2141965"/>
                  </a:lnTo>
                  <a:close/>
                </a:path>
                <a:path w="5219700" h="2142490">
                  <a:moveTo>
                    <a:pt x="1488465" y="2141965"/>
                  </a:moveTo>
                  <a:lnTo>
                    <a:pt x="1440840" y="2141965"/>
                  </a:lnTo>
                  <a:lnTo>
                    <a:pt x="1440840" y="2094309"/>
                  </a:lnTo>
                  <a:lnTo>
                    <a:pt x="1488465" y="2094309"/>
                  </a:lnTo>
                  <a:lnTo>
                    <a:pt x="1488465" y="2141965"/>
                  </a:lnTo>
                  <a:close/>
                </a:path>
                <a:path w="5219700" h="2142490">
                  <a:moveTo>
                    <a:pt x="1393215" y="2141965"/>
                  </a:moveTo>
                  <a:lnTo>
                    <a:pt x="1345590" y="2141965"/>
                  </a:lnTo>
                  <a:lnTo>
                    <a:pt x="1345590" y="2094309"/>
                  </a:lnTo>
                  <a:lnTo>
                    <a:pt x="1393215" y="2094309"/>
                  </a:lnTo>
                  <a:lnTo>
                    <a:pt x="1393215" y="2141965"/>
                  </a:lnTo>
                  <a:close/>
                </a:path>
                <a:path w="5219700" h="2142490">
                  <a:moveTo>
                    <a:pt x="1297965" y="2141965"/>
                  </a:moveTo>
                  <a:lnTo>
                    <a:pt x="1250340" y="2141965"/>
                  </a:lnTo>
                  <a:lnTo>
                    <a:pt x="1250340" y="2094309"/>
                  </a:lnTo>
                  <a:lnTo>
                    <a:pt x="1297965" y="2094309"/>
                  </a:lnTo>
                  <a:lnTo>
                    <a:pt x="1297965" y="2141965"/>
                  </a:lnTo>
                  <a:close/>
                </a:path>
                <a:path w="5219700" h="2142490">
                  <a:moveTo>
                    <a:pt x="1202715" y="2141965"/>
                  </a:moveTo>
                  <a:lnTo>
                    <a:pt x="1155090" y="2141965"/>
                  </a:lnTo>
                  <a:lnTo>
                    <a:pt x="1155090" y="2094309"/>
                  </a:lnTo>
                  <a:lnTo>
                    <a:pt x="1202715" y="2094309"/>
                  </a:lnTo>
                  <a:lnTo>
                    <a:pt x="1202715" y="2141965"/>
                  </a:lnTo>
                  <a:close/>
                </a:path>
                <a:path w="5219700" h="2142490">
                  <a:moveTo>
                    <a:pt x="1107465" y="2141965"/>
                  </a:moveTo>
                  <a:lnTo>
                    <a:pt x="1059840" y="2141965"/>
                  </a:lnTo>
                  <a:lnTo>
                    <a:pt x="1059840" y="2094309"/>
                  </a:lnTo>
                  <a:lnTo>
                    <a:pt x="1107465" y="2094309"/>
                  </a:lnTo>
                  <a:lnTo>
                    <a:pt x="1107465" y="2141965"/>
                  </a:lnTo>
                  <a:close/>
                </a:path>
                <a:path w="5219700" h="2142490">
                  <a:moveTo>
                    <a:pt x="1012215" y="2141965"/>
                  </a:moveTo>
                  <a:lnTo>
                    <a:pt x="964590" y="2141965"/>
                  </a:lnTo>
                  <a:lnTo>
                    <a:pt x="964590" y="2094309"/>
                  </a:lnTo>
                  <a:lnTo>
                    <a:pt x="1012215" y="2094309"/>
                  </a:lnTo>
                  <a:lnTo>
                    <a:pt x="1012215" y="2141965"/>
                  </a:lnTo>
                  <a:close/>
                </a:path>
                <a:path w="5219700" h="2142490">
                  <a:moveTo>
                    <a:pt x="916965" y="2141965"/>
                  </a:moveTo>
                  <a:lnTo>
                    <a:pt x="869340" y="2141965"/>
                  </a:lnTo>
                  <a:lnTo>
                    <a:pt x="869340" y="2094309"/>
                  </a:lnTo>
                  <a:lnTo>
                    <a:pt x="916965" y="2094309"/>
                  </a:lnTo>
                  <a:lnTo>
                    <a:pt x="916965" y="2141965"/>
                  </a:lnTo>
                  <a:close/>
                </a:path>
                <a:path w="5219700" h="2142490">
                  <a:moveTo>
                    <a:pt x="821715" y="2141965"/>
                  </a:moveTo>
                  <a:lnTo>
                    <a:pt x="774090" y="2141965"/>
                  </a:lnTo>
                  <a:lnTo>
                    <a:pt x="774090" y="2094309"/>
                  </a:lnTo>
                  <a:lnTo>
                    <a:pt x="821715" y="2094309"/>
                  </a:lnTo>
                  <a:lnTo>
                    <a:pt x="821715" y="2141965"/>
                  </a:lnTo>
                  <a:close/>
                </a:path>
                <a:path w="5219700" h="2142490">
                  <a:moveTo>
                    <a:pt x="726465" y="2141965"/>
                  </a:moveTo>
                  <a:lnTo>
                    <a:pt x="678840" y="2141965"/>
                  </a:lnTo>
                  <a:lnTo>
                    <a:pt x="678840" y="2094309"/>
                  </a:lnTo>
                  <a:lnTo>
                    <a:pt x="726465" y="2094309"/>
                  </a:lnTo>
                  <a:lnTo>
                    <a:pt x="726465" y="2141965"/>
                  </a:lnTo>
                  <a:close/>
                </a:path>
                <a:path w="5219700" h="2142490">
                  <a:moveTo>
                    <a:pt x="631215" y="2141965"/>
                  </a:moveTo>
                  <a:lnTo>
                    <a:pt x="583590" y="2141965"/>
                  </a:lnTo>
                  <a:lnTo>
                    <a:pt x="583590" y="2094309"/>
                  </a:lnTo>
                  <a:lnTo>
                    <a:pt x="631215" y="2094309"/>
                  </a:lnTo>
                  <a:lnTo>
                    <a:pt x="631215" y="2141965"/>
                  </a:lnTo>
                  <a:close/>
                </a:path>
                <a:path w="5219700" h="2142490">
                  <a:moveTo>
                    <a:pt x="535965" y="2141965"/>
                  </a:moveTo>
                  <a:lnTo>
                    <a:pt x="488340" y="2141965"/>
                  </a:lnTo>
                  <a:lnTo>
                    <a:pt x="488340" y="2094309"/>
                  </a:lnTo>
                  <a:lnTo>
                    <a:pt x="535965" y="2094309"/>
                  </a:lnTo>
                  <a:lnTo>
                    <a:pt x="535965" y="2141965"/>
                  </a:lnTo>
                  <a:close/>
                </a:path>
                <a:path w="5219700" h="2142490">
                  <a:moveTo>
                    <a:pt x="440540" y="2139726"/>
                  </a:moveTo>
                  <a:lnTo>
                    <a:pt x="437762" y="2139588"/>
                  </a:lnTo>
                  <a:lnTo>
                    <a:pt x="393504" y="2132984"/>
                  </a:lnTo>
                  <a:lnTo>
                    <a:pt x="402536" y="2086327"/>
                  </a:lnTo>
                  <a:lnTo>
                    <a:pt x="413088" y="2088236"/>
                  </a:lnTo>
                  <a:lnTo>
                    <a:pt x="423677" y="2089885"/>
                  </a:lnTo>
                  <a:lnTo>
                    <a:pt x="434303" y="2091275"/>
                  </a:lnTo>
                  <a:lnTo>
                    <a:pt x="444967" y="2092404"/>
                  </a:lnTo>
                  <a:lnTo>
                    <a:pt x="440553" y="2139588"/>
                  </a:lnTo>
                  <a:lnTo>
                    <a:pt x="440540" y="2139726"/>
                  </a:lnTo>
                  <a:close/>
                </a:path>
                <a:path w="5219700" h="2142490">
                  <a:moveTo>
                    <a:pt x="347165" y="2121639"/>
                  </a:moveTo>
                  <a:lnTo>
                    <a:pt x="344494" y="2120968"/>
                  </a:lnTo>
                  <a:lnTo>
                    <a:pt x="302241" y="2105835"/>
                  </a:lnTo>
                  <a:lnTo>
                    <a:pt x="320210" y="2061815"/>
                  </a:lnTo>
                  <a:lnTo>
                    <a:pt x="330210" y="2065755"/>
                  </a:lnTo>
                  <a:lnTo>
                    <a:pt x="340298" y="2069446"/>
                  </a:lnTo>
                  <a:lnTo>
                    <a:pt x="350472" y="2072888"/>
                  </a:lnTo>
                  <a:lnTo>
                    <a:pt x="360734" y="2076082"/>
                  </a:lnTo>
                  <a:lnTo>
                    <a:pt x="347165" y="2121639"/>
                  </a:lnTo>
                  <a:close/>
                </a:path>
                <a:path w="5219700" h="2142490">
                  <a:moveTo>
                    <a:pt x="259085" y="2085710"/>
                  </a:moveTo>
                  <a:lnTo>
                    <a:pt x="257028" y="2084738"/>
                  </a:lnTo>
                  <a:lnTo>
                    <a:pt x="218020" y="2061398"/>
                  </a:lnTo>
                  <a:lnTo>
                    <a:pt x="244244" y="2021712"/>
                  </a:lnTo>
                  <a:lnTo>
                    <a:pt x="253300" y="2027538"/>
                  </a:lnTo>
                  <a:lnTo>
                    <a:pt x="262492" y="2033136"/>
                  </a:lnTo>
                  <a:lnTo>
                    <a:pt x="271820" y="2038507"/>
                  </a:lnTo>
                  <a:lnTo>
                    <a:pt x="281282" y="2043650"/>
                  </a:lnTo>
                  <a:lnTo>
                    <a:pt x="259085" y="2085710"/>
                  </a:lnTo>
                  <a:close/>
                </a:path>
                <a:path w="5219700" h="2142490">
                  <a:moveTo>
                    <a:pt x="179716" y="2033291"/>
                  </a:moveTo>
                  <a:lnTo>
                    <a:pt x="177911" y="2031954"/>
                  </a:lnTo>
                  <a:lnTo>
                    <a:pt x="144116" y="2001348"/>
                  </a:lnTo>
                  <a:lnTo>
                    <a:pt x="177566" y="1967556"/>
                  </a:lnTo>
                  <a:lnTo>
                    <a:pt x="185332" y="1975057"/>
                  </a:lnTo>
                  <a:lnTo>
                    <a:pt x="193274" y="1982358"/>
                  </a:lnTo>
                  <a:lnTo>
                    <a:pt x="201393" y="1989461"/>
                  </a:lnTo>
                  <a:lnTo>
                    <a:pt x="209687" y="1996364"/>
                  </a:lnTo>
                  <a:lnTo>
                    <a:pt x="179716" y="2033291"/>
                  </a:lnTo>
                  <a:close/>
                </a:path>
                <a:path w="5219700" h="2142490">
                  <a:moveTo>
                    <a:pt x="111801" y="1966031"/>
                  </a:moveTo>
                  <a:lnTo>
                    <a:pt x="110010" y="1964054"/>
                  </a:lnTo>
                  <a:lnTo>
                    <a:pt x="83318" y="1927998"/>
                  </a:lnTo>
                  <a:lnTo>
                    <a:pt x="122707" y="1901396"/>
                  </a:lnTo>
                  <a:lnTo>
                    <a:pt x="128816" y="1910207"/>
                  </a:lnTo>
                  <a:lnTo>
                    <a:pt x="135136" y="1918862"/>
                  </a:lnTo>
                  <a:lnTo>
                    <a:pt x="141666" y="1927360"/>
                  </a:lnTo>
                  <a:lnTo>
                    <a:pt x="148407" y="1935700"/>
                  </a:lnTo>
                  <a:lnTo>
                    <a:pt x="111801" y="1966031"/>
                  </a:lnTo>
                  <a:close/>
                </a:path>
                <a:path w="5219700" h="2142490">
                  <a:moveTo>
                    <a:pt x="58582" y="1887202"/>
                  </a:moveTo>
                  <a:lnTo>
                    <a:pt x="57227" y="1884937"/>
                  </a:lnTo>
                  <a:lnTo>
                    <a:pt x="38001" y="1844256"/>
                  </a:lnTo>
                  <a:lnTo>
                    <a:pt x="81841" y="1825842"/>
                  </a:lnTo>
                  <a:lnTo>
                    <a:pt x="86124" y="1835700"/>
                  </a:lnTo>
                  <a:lnTo>
                    <a:pt x="90645" y="1845443"/>
                  </a:lnTo>
                  <a:lnTo>
                    <a:pt x="95404" y="1855073"/>
                  </a:lnTo>
                  <a:lnTo>
                    <a:pt x="100400" y="1864589"/>
                  </a:lnTo>
                  <a:lnTo>
                    <a:pt x="58582" y="1887202"/>
                  </a:lnTo>
                  <a:close/>
                </a:path>
                <a:path w="5219700" h="2142490">
                  <a:moveTo>
                    <a:pt x="21726" y="1799506"/>
                  </a:moveTo>
                  <a:lnTo>
                    <a:pt x="20997" y="1797471"/>
                  </a:lnTo>
                  <a:lnTo>
                    <a:pt x="9890" y="1753274"/>
                  </a:lnTo>
                  <a:lnTo>
                    <a:pt x="56497" y="1743763"/>
                  </a:lnTo>
                  <a:lnTo>
                    <a:pt x="58779" y="1754287"/>
                  </a:lnTo>
                  <a:lnTo>
                    <a:pt x="61318" y="1764746"/>
                  </a:lnTo>
                  <a:lnTo>
                    <a:pt x="64114" y="1775140"/>
                  </a:lnTo>
                  <a:lnTo>
                    <a:pt x="67166" y="1785469"/>
                  </a:lnTo>
                  <a:lnTo>
                    <a:pt x="21726" y="1799506"/>
                  </a:lnTo>
                  <a:close/>
                </a:path>
                <a:path w="5219700" h="2142490">
                  <a:moveTo>
                    <a:pt x="2691" y="1706313"/>
                  </a:moveTo>
                  <a:lnTo>
                    <a:pt x="2377" y="1704203"/>
                  </a:lnTo>
                  <a:lnTo>
                    <a:pt x="116" y="1658552"/>
                  </a:lnTo>
                  <a:lnTo>
                    <a:pt x="47658" y="1658319"/>
                  </a:lnTo>
                  <a:lnTo>
                    <a:pt x="47844" y="1669115"/>
                  </a:lnTo>
                  <a:lnTo>
                    <a:pt x="48295" y="1679894"/>
                  </a:lnTo>
                  <a:lnTo>
                    <a:pt x="49011" y="1690657"/>
                  </a:lnTo>
                  <a:lnTo>
                    <a:pt x="49993" y="1701405"/>
                  </a:lnTo>
                  <a:lnTo>
                    <a:pt x="2691" y="1706313"/>
                  </a:lnTo>
                  <a:close/>
                </a:path>
                <a:path w="5219700" h="2142490">
                  <a:moveTo>
                    <a:pt x="47653" y="1610905"/>
                  </a:moveTo>
                  <a:lnTo>
                    <a:pt x="0" y="1610905"/>
                  </a:lnTo>
                  <a:lnTo>
                    <a:pt x="0" y="1563280"/>
                  </a:lnTo>
                  <a:lnTo>
                    <a:pt x="47653" y="1563280"/>
                  </a:lnTo>
                  <a:lnTo>
                    <a:pt x="47653" y="1610905"/>
                  </a:lnTo>
                  <a:close/>
                </a:path>
                <a:path w="5219700" h="2142490">
                  <a:moveTo>
                    <a:pt x="47653" y="1515655"/>
                  </a:moveTo>
                  <a:lnTo>
                    <a:pt x="0" y="1515655"/>
                  </a:lnTo>
                  <a:lnTo>
                    <a:pt x="0" y="1468030"/>
                  </a:lnTo>
                  <a:lnTo>
                    <a:pt x="47653" y="1468030"/>
                  </a:lnTo>
                  <a:lnTo>
                    <a:pt x="47653" y="1515655"/>
                  </a:lnTo>
                  <a:close/>
                </a:path>
                <a:path w="5219700" h="2142490">
                  <a:moveTo>
                    <a:pt x="47653" y="1420405"/>
                  </a:moveTo>
                  <a:lnTo>
                    <a:pt x="0" y="1420405"/>
                  </a:lnTo>
                  <a:lnTo>
                    <a:pt x="0" y="1372780"/>
                  </a:lnTo>
                  <a:lnTo>
                    <a:pt x="47653" y="1372780"/>
                  </a:lnTo>
                  <a:lnTo>
                    <a:pt x="47653" y="1420405"/>
                  </a:lnTo>
                  <a:close/>
                </a:path>
                <a:path w="5219700" h="2142490">
                  <a:moveTo>
                    <a:pt x="47653" y="1325155"/>
                  </a:moveTo>
                  <a:lnTo>
                    <a:pt x="0" y="1325155"/>
                  </a:lnTo>
                  <a:lnTo>
                    <a:pt x="0" y="1277530"/>
                  </a:lnTo>
                  <a:lnTo>
                    <a:pt x="47653" y="1277530"/>
                  </a:lnTo>
                  <a:lnTo>
                    <a:pt x="47653" y="1325155"/>
                  </a:lnTo>
                  <a:close/>
                </a:path>
                <a:path w="5219700" h="2142490">
                  <a:moveTo>
                    <a:pt x="47653" y="1229905"/>
                  </a:moveTo>
                  <a:lnTo>
                    <a:pt x="0" y="1229905"/>
                  </a:lnTo>
                  <a:lnTo>
                    <a:pt x="0" y="1182280"/>
                  </a:lnTo>
                  <a:lnTo>
                    <a:pt x="47653" y="1182280"/>
                  </a:lnTo>
                  <a:lnTo>
                    <a:pt x="47653" y="1229905"/>
                  </a:lnTo>
                  <a:close/>
                </a:path>
                <a:path w="5219700" h="2142490">
                  <a:moveTo>
                    <a:pt x="47653" y="1134655"/>
                  </a:moveTo>
                  <a:lnTo>
                    <a:pt x="0" y="1134655"/>
                  </a:lnTo>
                  <a:lnTo>
                    <a:pt x="0" y="1087030"/>
                  </a:lnTo>
                  <a:lnTo>
                    <a:pt x="47653" y="1087030"/>
                  </a:lnTo>
                  <a:lnTo>
                    <a:pt x="47653" y="1134655"/>
                  </a:lnTo>
                  <a:close/>
                </a:path>
                <a:path w="5219700" h="2142490">
                  <a:moveTo>
                    <a:pt x="47653" y="1039405"/>
                  </a:moveTo>
                  <a:lnTo>
                    <a:pt x="0" y="1039405"/>
                  </a:lnTo>
                  <a:lnTo>
                    <a:pt x="0" y="991780"/>
                  </a:lnTo>
                  <a:lnTo>
                    <a:pt x="47653" y="991780"/>
                  </a:lnTo>
                  <a:lnTo>
                    <a:pt x="47653" y="1039405"/>
                  </a:lnTo>
                  <a:close/>
                </a:path>
                <a:path w="5219700" h="2142490">
                  <a:moveTo>
                    <a:pt x="47653" y="944155"/>
                  </a:moveTo>
                  <a:lnTo>
                    <a:pt x="0" y="944155"/>
                  </a:lnTo>
                  <a:lnTo>
                    <a:pt x="0" y="896530"/>
                  </a:lnTo>
                  <a:lnTo>
                    <a:pt x="47653" y="896530"/>
                  </a:lnTo>
                  <a:lnTo>
                    <a:pt x="47653" y="944155"/>
                  </a:lnTo>
                  <a:close/>
                </a:path>
                <a:path w="5219700" h="2142490">
                  <a:moveTo>
                    <a:pt x="47653" y="848905"/>
                  </a:moveTo>
                  <a:lnTo>
                    <a:pt x="0" y="848905"/>
                  </a:lnTo>
                  <a:lnTo>
                    <a:pt x="0" y="801280"/>
                  </a:lnTo>
                  <a:lnTo>
                    <a:pt x="47653" y="801280"/>
                  </a:lnTo>
                  <a:lnTo>
                    <a:pt x="47653" y="848905"/>
                  </a:lnTo>
                  <a:close/>
                </a:path>
                <a:path w="5219700" h="2142490">
                  <a:moveTo>
                    <a:pt x="47653" y="753655"/>
                  </a:moveTo>
                  <a:lnTo>
                    <a:pt x="0" y="753655"/>
                  </a:lnTo>
                  <a:lnTo>
                    <a:pt x="0" y="706030"/>
                  </a:lnTo>
                  <a:lnTo>
                    <a:pt x="47653" y="706030"/>
                  </a:lnTo>
                  <a:lnTo>
                    <a:pt x="47653" y="753655"/>
                  </a:lnTo>
                  <a:close/>
                </a:path>
                <a:path w="5219700" h="2142490">
                  <a:moveTo>
                    <a:pt x="47653" y="658405"/>
                  </a:moveTo>
                  <a:lnTo>
                    <a:pt x="0" y="658405"/>
                  </a:lnTo>
                  <a:lnTo>
                    <a:pt x="0" y="610780"/>
                  </a:lnTo>
                  <a:lnTo>
                    <a:pt x="47653" y="610780"/>
                  </a:lnTo>
                  <a:lnTo>
                    <a:pt x="47653" y="658405"/>
                  </a:lnTo>
                  <a:close/>
                </a:path>
                <a:path w="5219700" h="2142490">
                  <a:moveTo>
                    <a:pt x="47653" y="563155"/>
                  </a:moveTo>
                  <a:lnTo>
                    <a:pt x="0" y="563155"/>
                  </a:lnTo>
                  <a:lnTo>
                    <a:pt x="0" y="515530"/>
                  </a:lnTo>
                  <a:lnTo>
                    <a:pt x="47653" y="515530"/>
                  </a:lnTo>
                  <a:lnTo>
                    <a:pt x="47653" y="563155"/>
                  </a:lnTo>
                  <a:close/>
                </a:path>
                <a:path w="5219700" h="2142490">
                  <a:moveTo>
                    <a:pt x="47953" y="469528"/>
                  </a:moveTo>
                  <a:lnTo>
                    <a:pt x="890" y="467784"/>
                  </a:lnTo>
                  <a:lnTo>
                    <a:pt x="2377" y="437762"/>
                  </a:lnTo>
                  <a:lnTo>
                    <a:pt x="4982" y="420299"/>
                  </a:lnTo>
                  <a:lnTo>
                    <a:pt x="51657" y="426654"/>
                  </a:lnTo>
                  <a:lnTo>
                    <a:pt x="50336" y="437337"/>
                  </a:lnTo>
                  <a:lnTo>
                    <a:pt x="49278" y="448043"/>
                  </a:lnTo>
                  <a:lnTo>
                    <a:pt x="48484" y="458774"/>
                  </a:lnTo>
                  <a:lnTo>
                    <a:pt x="48039" y="467784"/>
                  </a:lnTo>
                  <a:lnTo>
                    <a:pt x="47953" y="469528"/>
                  </a:lnTo>
                  <a:close/>
                </a:path>
                <a:path w="5219700" h="2142490">
                  <a:moveTo>
                    <a:pt x="59522" y="384469"/>
                  </a:moveTo>
                  <a:lnTo>
                    <a:pt x="13689" y="373576"/>
                  </a:lnTo>
                  <a:lnTo>
                    <a:pt x="20997" y="344494"/>
                  </a:lnTo>
                  <a:lnTo>
                    <a:pt x="26965" y="327832"/>
                  </a:lnTo>
                  <a:lnTo>
                    <a:pt x="71508" y="343165"/>
                  </a:lnTo>
                  <a:lnTo>
                    <a:pt x="68131" y="353381"/>
                  </a:lnTo>
                  <a:lnTo>
                    <a:pt x="65007" y="363671"/>
                  </a:lnTo>
                  <a:lnTo>
                    <a:pt x="62264" y="373576"/>
                  </a:lnTo>
                  <a:lnTo>
                    <a:pt x="59522" y="384469"/>
                  </a:lnTo>
                  <a:close/>
                </a:path>
                <a:path w="5219700" h="2142490">
                  <a:moveTo>
                    <a:pt x="87460" y="303289"/>
                  </a:moveTo>
                  <a:lnTo>
                    <a:pt x="44635" y="283672"/>
                  </a:lnTo>
                  <a:lnTo>
                    <a:pt x="57227" y="257028"/>
                  </a:lnTo>
                  <a:lnTo>
                    <a:pt x="66566" y="241420"/>
                  </a:lnTo>
                  <a:lnTo>
                    <a:pt x="107257" y="265135"/>
                  </a:lnTo>
                  <a:lnTo>
                    <a:pt x="101957" y="274491"/>
                  </a:lnTo>
                  <a:lnTo>
                    <a:pt x="96890" y="283968"/>
                  </a:lnTo>
                  <a:lnTo>
                    <a:pt x="92058" y="293568"/>
                  </a:lnTo>
                  <a:lnTo>
                    <a:pt x="87460" y="303289"/>
                  </a:lnTo>
                  <a:close/>
                </a:path>
                <a:path w="5219700" h="2142490">
                  <a:moveTo>
                    <a:pt x="187738" y="164627"/>
                  </a:moveTo>
                  <a:lnTo>
                    <a:pt x="155707" y="130119"/>
                  </a:lnTo>
                  <a:lnTo>
                    <a:pt x="177911" y="110010"/>
                  </a:lnTo>
                  <a:lnTo>
                    <a:pt x="192183" y="99445"/>
                  </a:lnTo>
                  <a:lnTo>
                    <a:pt x="220678" y="136936"/>
                  </a:lnTo>
                  <a:lnTo>
                    <a:pt x="212188" y="143554"/>
                  </a:lnTo>
                  <a:lnTo>
                    <a:pt x="203869" y="150375"/>
                  </a:lnTo>
                  <a:lnTo>
                    <a:pt x="195719" y="157400"/>
                  </a:lnTo>
                  <a:lnTo>
                    <a:pt x="187738" y="164627"/>
                  </a:lnTo>
                  <a:close/>
                </a:path>
                <a:path w="5219700" h="2142490">
                  <a:moveTo>
                    <a:pt x="130684" y="229122"/>
                  </a:moveTo>
                  <a:lnTo>
                    <a:pt x="92518" y="201539"/>
                  </a:lnTo>
                  <a:lnTo>
                    <a:pt x="110010" y="177911"/>
                  </a:lnTo>
                  <a:lnTo>
                    <a:pt x="122248" y="164398"/>
                  </a:lnTo>
                  <a:lnTo>
                    <a:pt x="157523" y="195583"/>
                  </a:lnTo>
                  <a:lnTo>
                    <a:pt x="150504" y="203721"/>
                  </a:lnTo>
                  <a:lnTo>
                    <a:pt x="143691" y="212024"/>
                  </a:lnTo>
                  <a:lnTo>
                    <a:pt x="137085" y="220491"/>
                  </a:lnTo>
                  <a:lnTo>
                    <a:pt x="130684" y="229122"/>
                  </a:lnTo>
                  <a:close/>
                </a:path>
                <a:path w="5219700" h="2142490">
                  <a:moveTo>
                    <a:pt x="256073" y="112675"/>
                  </a:moveTo>
                  <a:lnTo>
                    <a:pt x="231382" y="72571"/>
                  </a:lnTo>
                  <a:lnTo>
                    <a:pt x="257028" y="57227"/>
                  </a:lnTo>
                  <a:lnTo>
                    <a:pt x="273119" y="49622"/>
                  </a:lnTo>
                  <a:lnTo>
                    <a:pt x="293759" y="91951"/>
                  </a:lnTo>
                  <a:lnTo>
                    <a:pt x="284146" y="96785"/>
                  </a:lnTo>
                  <a:lnTo>
                    <a:pt x="274660" y="101850"/>
                  </a:lnTo>
                  <a:lnTo>
                    <a:pt x="265303" y="107147"/>
                  </a:lnTo>
                  <a:lnTo>
                    <a:pt x="256073" y="112675"/>
                  </a:lnTo>
                  <a:close/>
                </a:path>
                <a:path w="5219700" h="2142490">
                  <a:moveTo>
                    <a:pt x="333238" y="75042"/>
                  </a:moveTo>
                  <a:lnTo>
                    <a:pt x="316842" y="30901"/>
                  </a:lnTo>
                  <a:lnTo>
                    <a:pt x="344494" y="20997"/>
                  </a:lnTo>
                  <a:lnTo>
                    <a:pt x="362227" y="16541"/>
                  </a:lnTo>
                  <a:lnTo>
                    <a:pt x="374218" y="62068"/>
                  </a:lnTo>
                  <a:lnTo>
                    <a:pt x="363854" y="64934"/>
                  </a:lnTo>
                  <a:lnTo>
                    <a:pt x="353570" y="68052"/>
                  </a:lnTo>
                  <a:lnTo>
                    <a:pt x="343364" y="71421"/>
                  </a:lnTo>
                  <a:lnTo>
                    <a:pt x="333238" y="75042"/>
                  </a:lnTo>
                  <a:close/>
                </a:path>
                <a:path w="5219700" h="2142490">
                  <a:moveTo>
                    <a:pt x="416250" y="53177"/>
                  </a:moveTo>
                  <a:lnTo>
                    <a:pt x="408779" y="6701"/>
                  </a:lnTo>
                  <a:lnTo>
                    <a:pt x="437762" y="2377"/>
                  </a:lnTo>
                  <a:lnTo>
                    <a:pt x="456063" y="1471"/>
                  </a:lnTo>
                  <a:lnTo>
                    <a:pt x="458945" y="48447"/>
                  </a:lnTo>
                  <a:lnTo>
                    <a:pt x="448227" y="49237"/>
                  </a:lnTo>
                  <a:lnTo>
                    <a:pt x="437538" y="50288"/>
                  </a:lnTo>
                  <a:lnTo>
                    <a:pt x="426879" y="51602"/>
                  </a:lnTo>
                  <a:lnTo>
                    <a:pt x="416250" y="53177"/>
                  </a:lnTo>
                  <a:close/>
                </a:path>
                <a:path w="5219700" h="2142490">
                  <a:moveTo>
                    <a:pt x="533421" y="47624"/>
                  </a:moveTo>
                  <a:lnTo>
                    <a:pt x="485796" y="47624"/>
                  </a:lnTo>
                  <a:lnTo>
                    <a:pt x="485796" y="0"/>
                  </a:lnTo>
                  <a:lnTo>
                    <a:pt x="533421" y="0"/>
                  </a:lnTo>
                  <a:lnTo>
                    <a:pt x="533421" y="47624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15" y="1702721"/>
              <a:ext cx="2076371" cy="208750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2196" y="2506972"/>
            <a:ext cx="1685925" cy="487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10795">
              <a:lnSpc>
                <a:spcPct val="100000"/>
              </a:lnSpc>
              <a:spcBef>
                <a:spcPts val="125"/>
              </a:spcBef>
            </a:pPr>
            <a:r>
              <a:rPr dirty="0" sz="1500" b="1">
                <a:latin typeface="Times New Roman"/>
                <a:cs typeface="Times New Roman"/>
              </a:rPr>
              <a:t>Potential</a:t>
            </a:r>
            <a:r>
              <a:rPr dirty="0" sz="1500" spc="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Impact</a:t>
            </a:r>
            <a:r>
              <a:rPr dirty="0" sz="1500" spc="40" b="1">
                <a:latin typeface="Times New Roman"/>
                <a:cs typeface="Times New Roman"/>
              </a:rPr>
              <a:t> </a:t>
            </a:r>
            <a:r>
              <a:rPr dirty="0" sz="1500" spc="-25" b="1">
                <a:latin typeface="Times New Roman"/>
                <a:cs typeface="Times New Roman"/>
              </a:rPr>
              <a:t>on </a:t>
            </a:r>
            <a:r>
              <a:rPr dirty="0" sz="1500" b="1">
                <a:latin typeface="Times New Roman"/>
                <a:cs typeface="Times New Roman"/>
              </a:rPr>
              <a:t>the</a:t>
            </a:r>
            <a:r>
              <a:rPr dirty="0" sz="1500" spc="5" b="1">
                <a:latin typeface="Times New Roman"/>
                <a:cs typeface="Times New Roman"/>
              </a:rPr>
              <a:t> </a:t>
            </a:r>
            <a:r>
              <a:rPr dirty="0" sz="1500" spc="-25" b="1">
                <a:latin typeface="Times New Roman"/>
                <a:cs typeface="Times New Roman"/>
              </a:rPr>
              <a:t>Target</a:t>
            </a:r>
            <a:r>
              <a:rPr dirty="0" sz="1500" spc="-5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Audience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0457" y="4105790"/>
            <a:ext cx="9895205" cy="5582285"/>
            <a:chOff x="200457" y="4105790"/>
            <a:chExt cx="9895205" cy="5582285"/>
          </a:xfrm>
        </p:grpSpPr>
        <p:sp>
          <p:nvSpPr>
            <p:cNvPr id="11" name="object 11"/>
            <p:cNvSpPr/>
            <p:nvPr/>
          </p:nvSpPr>
          <p:spPr>
            <a:xfrm>
              <a:off x="2426074" y="4105790"/>
              <a:ext cx="6229350" cy="1548130"/>
            </a:xfrm>
            <a:custGeom>
              <a:avLst/>
              <a:gdLst/>
              <a:ahLst/>
              <a:cxnLst/>
              <a:rect l="l" t="t" r="r" b="b"/>
              <a:pathLst>
                <a:path w="6229350" h="1548129">
                  <a:moveTo>
                    <a:pt x="1172786" y="0"/>
                  </a:moveTo>
                  <a:lnTo>
                    <a:pt x="5056446" y="0"/>
                  </a:lnTo>
                  <a:lnTo>
                    <a:pt x="5113262" y="892"/>
                  </a:lnTo>
                  <a:lnTo>
                    <a:pt x="5169382" y="3542"/>
                  </a:lnTo>
                  <a:lnTo>
                    <a:pt x="5224742" y="7910"/>
                  </a:lnTo>
                  <a:lnTo>
                    <a:pt x="5279283" y="13954"/>
                  </a:lnTo>
                  <a:lnTo>
                    <a:pt x="5332941" y="21635"/>
                  </a:lnTo>
                  <a:lnTo>
                    <a:pt x="5385657" y="30911"/>
                  </a:lnTo>
                  <a:lnTo>
                    <a:pt x="5437368" y="41742"/>
                  </a:lnTo>
                  <a:lnTo>
                    <a:pt x="5488013" y="54088"/>
                  </a:lnTo>
                  <a:lnTo>
                    <a:pt x="5537530" y="67907"/>
                  </a:lnTo>
                  <a:lnTo>
                    <a:pt x="5585859" y="83160"/>
                  </a:lnTo>
                  <a:lnTo>
                    <a:pt x="5632937" y="99806"/>
                  </a:lnTo>
                  <a:lnTo>
                    <a:pt x="5678703" y="117804"/>
                  </a:lnTo>
                  <a:lnTo>
                    <a:pt x="5723096" y="137113"/>
                  </a:lnTo>
                  <a:lnTo>
                    <a:pt x="5766054" y="157694"/>
                  </a:lnTo>
                  <a:lnTo>
                    <a:pt x="5807515" y="179505"/>
                  </a:lnTo>
                  <a:lnTo>
                    <a:pt x="5847419" y="202506"/>
                  </a:lnTo>
                  <a:lnTo>
                    <a:pt x="5885704" y="226657"/>
                  </a:lnTo>
                  <a:lnTo>
                    <a:pt x="5922307" y="251916"/>
                  </a:lnTo>
                  <a:lnTo>
                    <a:pt x="5957169" y="278244"/>
                  </a:lnTo>
                  <a:lnTo>
                    <a:pt x="5990227" y="305599"/>
                  </a:lnTo>
                  <a:lnTo>
                    <a:pt x="6021420" y="333942"/>
                  </a:lnTo>
                  <a:lnTo>
                    <a:pt x="6050686" y="363231"/>
                  </a:lnTo>
                  <a:lnTo>
                    <a:pt x="6077964" y="393426"/>
                  </a:lnTo>
                  <a:lnTo>
                    <a:pt x="6103193" y="424486"/>
                  </a:lnTo>
                  <a:lnTo>
                    <a:pt x="6126311" y="456372"/>
                  </a:lnTo>
                  <a:lnTo>
                    <a:pt x="6147256" y="489041"/>
                  </a:lnTo>
                  <a:lnTo>
                    <a:pt x="6165967" y="522455"/>
                  </a:lnTo>
                  <a:lnTo>
                    <a:pt x="6196442" y="591351"/>
                  </a:lnTo>
                  <a:lnTo>
                    <a:pt x="6217243" y="662735"/>
                  </a:lnTo>
                  <a:lnTo>
                    <a:pt x="6227880" y="736283"/>
                  </a:lnTo>
                  <a:lnTo>
                    <a:pt x="6229232" y="773767"/>
                  </a:lnTo>
                  <a:lnTo>
                    <a:pt x="6227880" y="811251"/>
                  </a:lnTo>
                  <a:lnTo>
                    <a:pt x="6217243" y="884798"/>
                  </a:lnTo>
                  <a:lnTo>
                    <a:pt x="6196442" y="956182"/>
                  </a:lnTo>
                  <a:lnTo>
                    <a:pt x="6165967" y="1025078"/>
                  </a:lnTo>
                  <a:lnTo>
                    <a:pt x="6147256" y="1058492"/>
                  </a:lnTo>
                  <a:lnTo>
                    <a:pt x="6126311" y="1091162"/>
                  </a:lnTo>
                  <a:lnTo>
                    <a:pt x="6103193" y="1123047"/>
                  </a:lnTo>
                  <a:lnTo>
                    <a:pt x="6077964" y="1154107"/>
                  </a:lnTo>
                  <a:lnTo>
                    <a:pt x="6050686" y="1184302"/>
                  </a:lnTo>
                  <a:lnTo>
                    <a:pt x="6021420" y="1213592"/>
                  </a:lnTo>
                  <a:lnTo>
                    <a:pt x="5990227" y="1241934"/>
                  </a:lnTo>
                  <a:lnTo>
                    <a:pt x="5957169" y="1269289"/>
                  </a:lnTo>
                  <a:lnTo>
                    <a:pt x="5922307" y="1295617"/>
                  </a:lnTo>
                  <a:lnTo>
                    <a:pt x="5885704" y="1320876"/>
                  </a:lnTo>
                  <a:lnTo>
                    <a:pt x="5847419" y="1345027"/>
                  </a:lnTo>
                  <a:lnTo>
                    <a:pt x="5807515" y="1368028"/>
                  </a:lnTo>
                  <a:lnTo>
                    <a:pt x="5766054" y="1389839"/>
                  </a:lnTo>
                  <a:lnTo>
                    <a:pt x="5723096" y="1410420"/>
                  </a:lnTo>
                  <a:lnTo>
                    <a:pt x="5678703" y="1429729"/>
                  </a:lnTo>
                  <a:lnTo>
                    <a:pt x="5632937" y="1447727"/>
                  </a:lnTo>
                  <a:lnTo>
                    <a:pt x="5585859" y="1464373"/>
                  </a:lnTo>
                  <a:lnTo>
                    <a:pt x="5537530" y="1479626"/>
                  </a:lnTo>
                  <a:lnTo>
                    <a:pt x="5488013" y="1493446"/>
                  </a:lnTo>
                  <a:lnTo>
                    <a:pt x="5437368" y="1505791"/>
                  </a:lnTo>
                  <a:lnTo>
                    <a:pt x="5385657" y="1516622"/>
                  </a:lnTo>
                  <a:lnTo>
                    <a:pt x="5332941" y="1525899"/>
                  </a:lnTo>
                  <a:lnTo>
                    <a:pt x="5279283" y="1533579"/>
                  </a:lnTo>
                  <a:lnTo>
                    <a:pt x="5224742" y="1539623"/>
                  </a:lnTo>
                  <a:lnTo>
                    <a:pt x="5169382" y="1543991"/>
                  </a:lnTo>
                  <a:lnTo>
                    <a:pt x="5113262" y="1546641"/>
                  </a:lnTo>
                  <a:lnTo>
                    <a:pt x="5056446" y="1547534"/>
                  </a:lnTo>
                  <a:lnTo>
                    <a:pt x="1172786" y="1547534"/>
                  </a:lnTo>
                  <a:lnTo>
                    <a:pt x="1115969" y="1546641"/>
                  </a:lnTo>
                  <a:lnTo>
                    <a:pt x="1059850" y="1543991"/>
                  </a:lnTo>
                  <a:lnTo>
                    <a:pt x="1004490" y="1539623"/>
                  </a:lnTo>
                  <a:lnTo>
                    <a:pt x="949949" y="1533579"/>
                  </a:lnTo>
                  <a:lnTo>
                    <a:pt x="896290" y="1525899"/>
                  </a:lnTo>
                  <a:lnTo>
                    <a:pt x="843575" y="1516622"/>
                  </a:lnTo>
                  <a:lnTo>
                    <a:pt x="791864" y="1505791"/>
                  </a:lnTo>
                  <a:lnTo>
                    <a:pt x="741219" y="1493446"/>
                  </a:lnTo>
                  <a:lnTo>
                    <a:pt x="691701" y="1479626"/>
                  </a:lnTo>
                  <a:lnTo>
                    <a:pt x="643373" y="1464373"/>
                  </a:lnTo>
                  <a:lnTo>
                    <a:pt x="596295" y="1447727"/>
                  </a:lnTo>
                  <a:lnTo>
                    <a:pt x="550529" y="1429729"/>
                  </a:lnTo>
                  <a:lnTo>
                    <a:pt x="506136" y="1410420"/>
                  </a:lnTo>
                  <a:lnTo>
                    <a:pt x="463178" y="1389839"/>
                  </a:lnTo>
                  <a:lnTo>
                    <a:pt x="421716" y="1368028"/>
                  </a:lnTo>
                  <a:lnTo>
                    <a:pt x="381813" y="1345027"/>
                  </a:lnTo>
                  <a:lnTo>
                    <a:pt x="343528" y="1320876"/>
                  </a:lnTo>
                  <a:lnTo>
                    <a:pt x="306924" y="1295617"/>
                  </a:lnTo>
                  <a:lnTo>
                    <a:pt x="272063" y="1269289"/>
                  </a:lnTo>
                  <a:lnTo>
                    <a:pt x="239005" y="1241934"/>
                  </a:lnTo>
                  <a:lnTo>
                    <a:pt x="207812" y="1213592"/>
                  </a:lnTo>
                  <a:lnTo>
                    <a:pt x="178546" y="1184302"/>
                  </a:lnTo>
                  <a:lnTo>
                    <a:pt x="151267" y="1154107"/>
                  </a:lnTo>
                  <a:lnTo>
                    <a:pt x="126039" y="1123047"/>
                  </a:lnTo>
                  <a:lnTo>
                    <a:pt x="102921" y="1091162"/>
                  </a:lnTo>
                  <a:lnTo>
                    <a:pt x="81976" y="1058492"/>
                  </a:lnTo>
                  <a:lnTo>
                    <a:pt x="63265" y="1025078"/>
                  </a:lnTo>
                  <a:lnTo>
                    <a:pt x="32790" y="956183"/>
                  </a:lnTo>
                  <a:lnTo>
                    <a:pt x="11988" y="884798"/>
                  </a:lnTo>
                  <a:lnTo>
                    <a:pt x="1352" y="811251"/>
                  </a:lnTo>
                  <a:lnTo>
                    <a:pt x="0" y="773767"/>
                  </a:lnTo>
                  <a:lnTo>
                    <a:pt x="1352" y="736283"/>
                  </a:lnTo>
                  <a:lnTo>
                    <a:pt x="11988" y="662735"/>
                  </a:lnTo>
                  <a:lnTo>
                    <a:pt x="32790" y="591351"/>
                  </a:lnTo>
                  <a:lnTo>
                    <a:pt x="63265" y="522455"/>
                  </a:lnTo>
                  <a:lnTo>
                    <a:pt x="81976" y="489041"/>
                  </a:lnTo>
                  <a:lnTo>
                    <a:pt x="102921" y="456372"/>
                  </a:lnTo>
                  <a:lnTo>
                    <a:pt x="126039" y="424486"/>
                  </a:lnTo>
                  <a:lnTo>
                    <a:pt x="151267" y="393426"/>
                  </a:lnTo>
                  <a:lnTo>
                    <a:pt x="178546" y="363231"/>
                  </a:lnTo>
                  <a:lnTo>
                    <a:pt x="207812" y="333942"/>
                  </a:lnTo>
                  <a:lnTo>
                    <a:pt x="239005" y="305599"/>
                  </a:lnTo>
                  <a:lnTo>
                    <a:pt x="272063" y="278244"/>
                  </a:lnTo>
                  <a:lnTo>
                    <a:pt x="306924" y="251916"/>
                  </a:lnTo>
                  <a:lnTo>
                    <a:pt x="343528" y="226657"/>
                  </a:lnTo>
                  <a:lnTo>
                    <a:pt x="381813" y="202506"/>
                  </a:lnTo>
                  <a:lnTo>
                    <a:pt x="421716" y="179505"/>
                  </a:lnTo>
                  <a:lnTo>
                    <a:pt x="463178" y="157694"/>
                  </a:lnTo>
                  <a:lnTo>
                    <a:pt x="506136" y="137113"/>
                  </a:lnTo>
                  <a:lnTo>
                    <a:pt x="550529" y="117804"/>
                  </a:lnTo>
                  <a:lnTo>
                    <a:pt x="596295" y="99806"/>
                  </a:lnTo>
                  <a:lnTo>
                    <a:pt x="643373" y="83160"/>
                  </a:lnTo>
                  <a:lnTo>
                    <a:pt x="691701" y="67907"/>
                  </a:lnTo>
                  <a:lnTo>
                    <a:pt x="741219" y="54088"/>
                  </a:lnTo>
                  <a:lnTo>
                    <a:pt x="791864" y="41742"/>
                  </a:lnTo>
                  <a:lnTo>
                    <a:pt x="843575" y="30911"/>
                  </a:lnTo>
                  <a:lnTo>
                    <a:pt x="896290" y="21635"/>
                  </a:lnTo>
                  <a:lnTo>
                    <a:pt x="949949" y="13954"/>
                  </a:lnTo>
                  <a:lnTo>
                    <a:pt x="1004490" y="7910"/>
                  </a:lnTo>
                  <a:lnTo>
                    <a:pt x="1059850" y="3542"/>
                  </a:lnTo>
                  <a:lnTo>
                    <a:pt x="1115969" y="892"/>
                  </a:lnTo>
                  <a:lnTo>
                    <a:pt x="1172786" y="0"/>
                  </a:lnTo>
                  <a:close/>
                </a:path>
              </a:pathLst>
            </a:custGeom>
            <a:solidFill>
              <a:srgbClr val="DBE6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457" y="4759207"/>
              <a:ext cx="9894649" cy="4928416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Intel-</a:t>
            </a:r>
            <a:r>
              <a:rPr dirty="0"/>
              <a:t>Forge:</a:t>
            </a:r>
            <a:r>
              <a:rPr dirty="0" spc="-50"/>
              <a:t> </a:t>
            </a:r>
            <a:r>
              <a:rPr dirty="0" spc="-20"/>
              <a:t>AI-</a:t>
            </a:r>
            <a:r>
              <a:rPr dirty="0"/>
              <a:t>Powered</a:t>
            </a:r>
            <a:r>
              <a:rPr dirty="0" spc="-50"/>
              <a:t> </a:t>
            </a:r>
            <a:r>
              <a:rPr dirty="0"/>
              <a:t>Criminal</a:t>
            </a:r>
            <a:r>
              <a:rPr dirty="0" spc="-50"/>
              <a:t> </a:t>
            </a:r>
            <a:r>
              <a:rPr dirty="0"/>
              <a:t>Network</a:t>
            </a:r>
            <a:r>
              <a:rPr dirty="0" spc="-50"/>
              <a:t> </a:t>
            </a:r>
            <a:r>
              <a:rPr dirty="0"/>
              <a:t>Analysis</a:t>
            </a:r>
            <a:r>
              <a:rPr dirty="0" spc="-50"/>
              <a:t> </a:t>
            </a:r>
            <a:r>
              <a:rPr dirty="0" spc="-10"/>
              <a:t>System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41029" y="2364889"/>
            <a:ext cx="7555187" cy="771137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186188" y="1758332"/>
            <a:ext cx="29679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Future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Road</a:t>
            </a:r>
            <a:r>
              <a:rPr dirty="0" u="sng" sz="30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0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Map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58537" y="1946603"/>
            <a:ext cx="4688205" cy="1769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00330" marR="5080">
              <a:lnSpc>
                <a:spcPct val="100000"/>
              </a:lnSpc>
              <a:spcBef>
                <a:spcPts val="120"/>
              </a:spcBef>
            </a:pPr>
            <a:r>
              <a:rPr dirty="0" sz="1550" spc="-10">
                <a:latin typeface="Arial MT"/>
                <a:cs typeface="Arial MT"/>
              </a:rPr>
              <a:t>Today's</a:t>
            </a:r>
            <a:r>
              <a:rPr dirty="0" sz="1550">
                <a:latin typeface="Arial MT"/>
                <a:cs typeface="Arial MT"/>
              </a:rPr>
              <a:t> investigative evidence sits trapped in </a:t>
            </a:r>
            <a:r>
              <a:rPr dirty="0" sz="1550" spc="-10">
                <a:latin typeface="Arial MT"/>
                <a:cs typeface="Arial MT"/>
              </a:rPr>
              <a:t>silos </a:t>
            </a:r>
            <a:r>
              <a:rPr dirty="0" sz="1550">
                <a:latin typeface="Arial MT"/>
                <a:cs typeface="Arial MT"/>
              </a:rPr>
              <a:t>CCTV</a:t>
            </a:r>
            <a:r>
              <a:rPr dirty="0" sz="1550" spc="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footage,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FIRs,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call</a:t>
            </a:r>
            <a:r>
              <a:rPr dirty="0" sz="1550" spc="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logs,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financial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records</a:t>
            </a:r>
            <a:endParaRPr sz="1550">
              <a:latin typeface="Arial MT"/>
              <a:cs typeface="Arial MT"/>
            </a:endParaRPr>
          </a:p>
          <a:p>
            <a:pPr marL="100330">
              <a:lnSpc>
                <a:spcPct val="100000"/>
              </a:lnSpc>
              <a:spcBef>
                <a:spcPts val="10"/>
              </a:spcBef>
            </a:pPr>
            <a:r>
              <a:rPr dirty="0" sz="1550">
                <a:latin typeface="Arial MT"/>
                <a:cs typeface="Arial MT"/>
              </a:rPr>
              <a:t>—making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critical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connections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easy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miss.</a:t>
            </a:r>
            <a:endParaRPr sz="1550">
              <a:latin typeface="Arial MT"/>
              <a:cs typeface="Arial MT"/>
            </a:endParaRPr>
          </a:p>
          <a:p>
            <a:pPr marL="12700" marR="168910">
              <a:lnSpc>
                <a:spcPct val="100499"/>
              </a:lnSpc>
              <a:spcBef>
                <a:spcPts val="395"/>
              </a:spcBef>
            </a:pPr>
            <a:r>
              <a:rPr dirty="0" sz="1600">
                <a:latin typeface="Arial MT"/>
                <a:cs typeface="Arial MT"/>
              </a:rPr>
              <a:t>IntelForge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fuses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these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fragmented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sources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into</a:t>
            </a:r>
            <a:r>
              <a:rPr dirty="0" sz="1600" spc="6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a </a:t>
            </a:r>
            <a:r>
              <a:rPr dirty="0" sz="1600">
                <a:latin typeface="Arial MT"/>
                <a:cs typeface="Arial MT"/>
              </a:rPr>
              <a:t>single,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queryable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knowledge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graph,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turning </a:t>
            </a:r>
            <a:r>
              <a:rPr dirty="0" sz="1600">
                <a:latin typeface="Arial MT"/>
                <a:cs typeface="Arial MT"/>
              </a:rPr>
              <a:t>disconnected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data</a:t>
            </a:r>
            <a:r>
              <a:rPr dirty="0" sz="1600" spc="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into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clear,</a:t>
            </a:r>
            <a:r>
              <a:rPr dirty="0" sz="1600" spc="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citable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leads </a:t>
            </a:r>
            <a:r>
              <a:rPr dirty="0" sz="1600">
                <a:latin typeface="Arial MT"/>
                <a:cs typeface="Arial MT"/>
              </a:rPr>
              <a:t>investigators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can</a:t>
            </a:r>
            <a:r>
              <a:rPr dirty="0" sz="1600" spc="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act</a:t>
            </a:r>
            <a:r>
              <a:rPr dirty="0" sz="1600" spc="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</a:t>
            </a:r>
            <a:r>
              <a:rPr dirty="0" sz="1600" spc="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immediately.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95921" y="4313094"/>
            <a:ext cx="4135754" cy="121602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235"/>
              </a:spcBef>
            </a:pPr>
            <a:r>
              <a:rPr dirty="0" sz="2000" spc="-20" b="1">
                <a:latin typeface="Times New Roman"/>
                <a:cs typeface="Times New Roman"/>
              </a:rPr>
              <a:t>For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75" b="1">
                <a:latin typeface="Times New Roman"/>
                <a:cs typeface="Times New Roman"/>
              </a:rPr>
              <a:t>Government: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70">
                <a:latin typeface="Times New Roman"/>
                <a:cs typeface="Times New Roman"/>
              </a:rPr>
              <a:t>modular,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self-</a:t>
            </a:r>
            <a:r>
              <a:rPr dirty="0" sz="2000">
                <a:latin typeface="Times New Roman"/>
                <a:cs typeface="Times New Roman"/>
              </a:rPr>
              <a:t>verifying</a:t>
            </a:r>
            <a:r>
              <a:rPr dirty="0" sz="2000" spc="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multi-</a:t>
            </a:r>
            <a:r>
              <a:rPr dirty="0" sz="2000" spc="55">
                <a:latin typeface="Times New Roman"/>
                <a:cs typeface="Times New Roman"/>
              </a:rPr>
              <a:t>agent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 spc="50">
                <a:latin typeface="Times New Roman"/>
                <a:cs typeface="Times New Roman"/>
              </a:rPr>
              <a:t>architecture</a:t>
            </a:r>
            <a:r>
              <a:rPr dirty="0" sz="2000" spc="13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that </a:t>
            </a:r>
            <a:r>
              <a:rPr dirty="0" sz="2000" spc="50">
                <a:latin typeface="Times New Roman"/>
                <a:cs typeface="Times New Roman"/>
              </a:rPr>
              <a:t>could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50">
                <a:latin typeface="Times New Roman"/>
                <a:cs typeface="Times New Roman"/>
              </a:rPr>
              <a:t>strengthen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evidence-</a:t>
            </a:r>
            <a:r>
              <a:rPr dirty="0" sz="2000" spc="45">
                <a:latin typeface="Times New Roman"/>
                <a:cs typeface="Times New Roman"/>
              </a:rPr>
              <a:t>backed </a:t>
            </a:r>
            <a:r>
              <a:rPr dirty="0" sz="2000">
                <a:latin typeface="Times New Roman"/>
                <a:cs typeface="Times New Roman"/>
              </a:rPr>
              <a:t>decision-</a:t>
            </a:r>
            <a:r>
              <a:rPr dirty="0" sz="2000" spc="45">
                <a:latin typeface="Times New Roman"/>
                <a:cs typeface="Times New Roman"/>
              </a:rPr>
              <a:t>making.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59078" y="6497305"/>
            <a:ext cx="6543040" cy="9207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ctr" marL="12700" marR="5080">
              <a:lnSpc>
                <a:spcPts val="2330"/>
              </a:lnSpc>
              <a:spcBef>
                <a:spcPts val="235"/>
              </a:spcBef>
            </a:pP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Investigators: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Faster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analysis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natural-</a:t>
            </a:r>
            <a:r>
              <a:rPr dirty="0" sz="2000">
                <a:latin typeface="Times New Roman"/>
                <a:cs typeface="Times New Roman"/>
              </a:rPr>
              <a:t>language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queries, </a:t>
            </a:r>
            <a:r>
              <a:rPr dirty="0" sz="2000">
                <a:latin typeface="Times New Roman"/>
                <a:cs typeface="Times New Roman"/>
              </a:rPr>
              <a:t>clearer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mapping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graph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analytics,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every </a:t>
            </a:r>
            <a:r>
              <a:rPr dirty="0" sz="2000">
                <a:latin typeface="Times New Roman"/>
                <a:cs typeface="Times New Roman"/>
              </a:rPr>
              <a:t>lead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backed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verifiable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citation</a:t>
            </a:r>
            <a:r>
              <a:rPr dirty="0" sz="2000" spc="-10" b="1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0174" y="6801992"/>
            <a:ext cx="2042795" cy="8121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33705" marR="5080" indent="-421640">
              <a:lnSpc>
                <a:spcPts val="3080"/>
              </a:lnSpc>
              <a:spcBef>
                <a:spcPts val="234"/>
              </a:spcBef>
            </a:pPr>
            <a:r>
              <a:rPr dirty="0" sz="2600" b="1">
                <a:latin typeface="Times New Roman"/>
                <a:cs typeface="Times New Roman"/>
              </a:rPr>
              <a:t>Benefits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of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spc="-25" b="1">
                <a:latin typeface="Times New Roman"/>
                <a:cs typeface="Times New Roman"/>
              </a:rPr>
              <a:t>the </a:t>
            </a:r>
            <a:r>
              <a:rPr dirty="0" sz="2600" spc="-10" b="1">
                <a:latin typeface="Times New Roman"/>
                <a:cs typeface="Times New Roman"/>
              </a:rPr>
              <a:t>Solution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92196" y="8408551"/>
            <a:ext cx="454723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Law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Enforcement: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Unified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cross-</a:t>
            </a:r>
            <a:r>
              <a:rPr dirty="0" sz="2000" spc="-20">
                <a:latin typeface="Times New Roman"/>
                <a:cs typeface="Times New Roman"/>
              </a:rPr>
              <a:t>case </a:t>
            </a:r>
            <a:r>
              <a:rPr dirty="0" sz="2000">
                <a:latin typeface="Times New Roman"/>
                <a:cs typeface="Times New Roman"/>
              </a:rPr>
              <a:t>linking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phones,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accounts,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locations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tamper-</a:t>
            </a:r>
            <a:r>
              <a:rPr dirty="0" sz="2000">
                <a:latin typeface="Times New Roman"/>
                <a:cs typeface="Times New Roman"/>
              </a:rPr>
              <a:t>evident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audit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 </a:t>
            </a:r>
            <a:r>
              <a:rPr dirty="0" sz="2000">
                <a:latin typeface="Times New Roman"/>
                <a:cs typeface="Times New Roman"/>
              </a:rPr>
              <a:t>every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3432" y="1188382"/>
            <a:ext cx="562102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9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</a:t>
            </a:r>
            <a:r>
              <a:rPr dirty="0" u="sng" sz="2900" spc="5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9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2900" spc="-8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9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REFERENCES</a:t>
            </a:r>
            <a:endParaRPr sz="29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0129" y="2247"/>
            <a:ext cx="3373746" cy="15935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310045" cy="25050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Intel-</a:t>
            </a:r>
            <a:r>
              <a:rPr dirty="0"/>
              <a:t>Forge:</a:t>
            </a:r>
            <a:r>
              <a:rPr dirty="0" spc="-50"/>
              <a:t> </a:t>
            </a:r>
            <a:r>
              <a:rPr dirty="0" spc="-20"/>
              <a:t>AI-</a:t>
            </a:r>
            <a:r>
              <a:rPr dirty="0"/>
              <a:t>Powered</a:t>
            </a:r>
            <a:r>
              <a:rPr dirty="0" spc="-50"/>
              <a:t> </a:t>
            </a:r>
            <a:r>
              <a:rPr dirty="0"/>
              <a:t>Criminal</a:t>
            </a:r>
            <a:r>
              <a:rPr dirty="0" spc="-50"/>
              <a:t> </a:t>
            </a:r>
            <a:r>
              <a:rPr dirty="0"/>
              <a:t>Network</a:t>
            </a:r>
            <a:r>
              <a:rPr dirty="0" spc="-50"/>
              <a:t> </a:t>
            </a:r>
            <a:r>
              <a:rPr dirty="0"/>
              <a:t>Analysis</a:t>
            </a:r>
            <a:r>
              <a:rPr dirty="0" spc="-50"/>
              <a:t> </a:t>
            </a:r>
            <a:r>
              <a:rPr dirty="0" spc="-10"/>
              <a:t>System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828747"/>
            <a:ext cx="18287999" cy="8458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Manav Garg</dc:creator>
  <cp:keywords>DAHTqFTNJzc,BAE9Zqs-KDM</cp:keywords>
  <dc:title>IntelForge-SIH'26.pptx</dc:title>
  <dcterms:created xsi:type="dcterms:W3CDTF">2026-09-10T18:36:54Z</dcterms:created>
  <dcterms:modified xsi:type="dcterms:W3CDTF">2026-09-10T18:36:54Z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2026-09-10T00:00:00Z</vt:filetime>
  </property>
  <property fmtid="{D5CDD505-2E9C-101B-9397-08002B2CF9AE}" pid="6" name="Producer">
    <vt:lpwstr>Canva</vt:lpwstr>
  </property>
</Properties>
</file>